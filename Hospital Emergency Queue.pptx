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8FB39D4-FA09-4DBB-BCBD-B6FAD125426A}">
          <p14:sldIdLst>
            <p14:sldId id="256"/>
            <p14:sldId id="257"/>
            <p14:sldId id="258"/>
            <p14:sldId id="259"/>
            <p14:sldId id="260"/>
            <p14:sldId id="261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74145D-303F-4310-9C26-147A3ADF1AAD}" v="5" dt="2026-06-25T07:24:25.7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oj kumar reddy" userId="0307d49e78837250" providerId="LiveId" clId="{871F7982-891E-421B-830C-7875D40B7073}"/>
    <pc:docChg chg="undo custSel addSld delSld modSld modSection">
      <pc:chgData name="manoj kumar reddy" userId="0307d49e78837250" providerId="LiveId" clId="{871F7982-891E-421B-830C-7875D40B7073}" dt="2026-06-25T07:29:30.303" v="144" actId="26606"/>
      <pc:docMkLst>
        <pc:docMk/>
      </pc:docMkLst>
      <pc:sldChg chg="addSp delSp modSp mod setBg setClrOvrMap">
        <pc:chgData name="manoj kumar reddy" userId="0307d49e78837250" providerId="LiveId" clId="{871F7982-891E-421B-830C-7875D40B7073}" dt="2026-06-25T07:25:07.726" v="84" actId="26606"/>
        <pc:sldMkLst>
          <pc:docMk/>
          <pc:sldMk cId="3476636634" sldId="256"/>
        </pc:sldMkLst>
        <pc:spChg chg="mod">
          <ac:chgData name="manoj kumar reddy" userId="0307d49e78837250" providerId="LiveId" clId="{871F7982-891E-421B-830C-7875D40B7073}" dt="2026-06-25T07:25:07.726" v="84" actId="26606"/>
          <ac:spMkLst>
            <pc:docMk/>
            <pc:sldMk cId="3476636634" sldId="256"/>
            <ac:spMk id="2" creationId="{B6922455-36A4-1A8E-60A0-1F81D01DED93}"/>
          </ac:spMkLst>
        </pc:spChg>
        <pc:spChg chg="mod">
          <ac:chgData name="manoj kumar reddy" userId="0307d49e78837250" providerId="LiveId" clId="{871F7982-891E-421B-830C-7875D40B7073}" dt="2026-06-25T07:25:07.726" v="84" actId="26606"/>
          <ac:spMkLst>
            <pc:docMk/>
            <pc:sldMk cId="3476636634" sldId="256"/>
            <ac:spMk id="3" creationId="{9837DA40-EEF9-D115-F4FF-746A6F65468F}"/>
          </ac:spMkLst>
        </pc:spChg>
        <pc:spChg chg="add del">
          <ac:chgData name="manoj kumar reddy" userId="0307d49e78837250" providerId="LiveId" clId="{871F7982-891E-421B-830C-7875D40B7073}" dt="2026-06-25T07:24:53.239" v="75" actId="26606"/>
          <ac:spMkLst>
            <pc:docMk/>
            <pc:sldMk cId="3476636634" sldId="256"/>
            <ac:spMk id="8" creationId="{BC052280-388E-4151-A1EB-5236D4FCCA28}"/>
          </ac:spMkLst>
        </pc:spChg>
        <pc:spChg chg="add del">
          <ac:chgData name="manoj kumar reddy" userId="0307d49e78837250" providerId="LiveId" clId="{871F7982-891E-421B-830C-7875D40B7073}" dt="2026-06-25T07:24:55.476" v="77" actId="26606"/>
          <ac:spMkLst>
            <pc:docMk/>
            <pc:sldMk cId="3476636634" sldId="256"/>
            <ac:spMk id="12" creationId="{3BFBA67F-0D4D-4C2E-A1D7-82D080A4B3AD}"/>
          </ac:spMkLst>
        </pc:spChg>
        <pc:spChg chg="add del">
          <ac:chgData name="manoj kumar reddy" userId="0307d49e78837250" providerId="LiveId" clId="{871F7982-891E-421B-830C-7875D40B7073}" dt="2026-06-25T07:24:55.476" v="77" actId="26606"/>
          <ac:spMkLst>
            <pc:docMk/>
            <pc:sldMk cId="3476636634" sldId="256"/>
            <ac:spMk id="13" creationId="{EFA2AC96-1E47-421C-A03F-F98E354EB4E6}"/>
          </ac:spMkLst>
        </pc:spChg>
        <pc:spChg chg="add del">
          <ac:chgData name="manoj kumar reddy" userId="0307d49e78837250" providerId="LiveId" clId="{871F7982-891E-421B-830C-7875D40B7073}" dt="2026-06-25T07:25:00.558" v="79" actId="26606"/>
          <ac:spMkLst>
            <pc:docMk/>
            <pc:sldMk cId="3476636634" sldId="256"/>
            <ac:spMk id="15" creationId="{6764E701-62D0-4B68-B902-A44BB8DAF185}"/>
          </ac:spMkLst>
        </pc:spChg>
        <pc:spChg chg="add del">
          <ac:chgData name="manoj kumar reddy" userId="0307d49e78837250" providerId="LiveId" clId="{871F7982-891E-421B-830C-7875D40B7073}" dt="2026-06-25T07:25:00.558" v="79" actId="26606"/>
          <ac:spMkLst>
            <pc:docMk/>
            <pc:sldMk cId="3476636634" sldId="256"/>
            <ac:spMk id="16" creationId="{4D9AEA4E-17C5-4819-9423-63A8CA392B88}"/>
          </ac:spMkLst>
        </pc:spChg>
        <pc:spChg chg="add del">
          <ac:chgData name="manoj kumar reddy" userId="0307d49e78837250" providerId="LiveId" clId="{871F7982-891E-421B-830C-7875D40B7073}" dt="2026-06-25T07:25:00.558" v="79" actId="26606"/>
          <ac:spMkLst>
            <pc:docMk/>
            <pc:sldMk cId="3476636634" sldId="256"/>
            <ac:spMk id="17" creationId="{1F4F8940-B1DD-45FA-A352-606F44F93FE0}"/>
          </ac:spMkLst>
        </pc:spChg>
        <pc:spChg chg="add del">
          <ac:chgData name="manoj kumar reddy" userId="0307d49e78837250" providerId="LiveId" clId="{871F7982-891E-421B-830C-7875D40B7073}" dt="2026-06-25T07:25:02.136" v="81" actId="26606"/>
          <ac:spMkLst>
            <pc:docMk/>
            <pc:sldMk cId="3476636634" sldId="256"/>
            <ac:spMk id="19" creationId="{70068059-9097-4F05-BA38-CDD7DBF77372}"/>
          </ac:spMkLst>
        </pc:spChg>
        <pc:spChg chg="add del">
          <ac:chgData name="manoj kumar reddy" userId="0307d49e78837250" providerId="LiveId" clId="{871F7982-891E-421B-830C-7875D40B7073}" dt="2026-06-25T07:25:02.136" v="81" actId="26606"/>
          <ac:spMkLst>
            <pc:docMk/>
            <pc:sldMk cId="3476636634" sldId="256"/>
            <ac:spMk id="20" creationId="{E164A015-EDB3-4688-8B77-9255305411E1}"/>
          </ac:spMkLst>
        </pc:spChg>
        <pc:spChg chg="add del">
          <ac:chgData name="manoj kumar reddy" userId="0307d49e78837250" providerId="LiveId" clId="{871F7982-891E-421B-830C-7875D40B7073}" dt="2026-06-25T07:25:07.686" v="83" actId="26606"/>
          <ac:spMkLst>
            <pc:docMk/>
            <pc:sldMk cId="3476636634" sldId="256"/>
            <ac:spMk id="22" creationId="{46DBB1A9-22FF-46E7-97B9-AE54774753DD}"/>
          </ac:spMkLst>
        </pc:spChg>
        <pc:spChg chg="add">
          <ac:chgData name="manoj kumar reddy" userId="0307d49e78837250" providerId="LiveId" clId="{871F7982-891E-421B-830C-7875D40B7073}" dt="2026-06-25T07:25:07.726" v="84" actId="26606"/>
          <ac:spMkLst>
            <pc:docMk/>
            <pc:sldMk cId="3476636634" sldId="256"/>
            <ac:spMk id="25" creationId="{BC052280-388E-4151-A1EB-5236D4FCCA28}"/>
          </ac:spMkLst>
        </pc:spChg>
        <pc:cxnChg chg="add del">
          <ac:chgData name="manoj kumar reddy" userId="0307d49e78837250" providerId="LiveId" clId="{871F7982-891E-421B-830C-7875D40B7073}" dt="2026-06-25T07:24:53.239" v="75" actId="26606"/>
          <ac:cxnSpMkLst>
            <pc:docMk/>
            <pc:sldMk cId="3476636634" sldId="256"/>
            <ac:cxnSpMk id="10" creationId="{744251C3-E720-4363-8AF0-20AD319374F0}"/>
          </ac:cxnSpMkLst>
        </pc:cxnChg>
        <pc:cxnChg chg="add del">
          <ac:chgData name="manoj kumar reddy" userId="0307d49e78837250" providerId="LiveId" clId="{871F7982-891E-421B-830C-7875D40B7073}" dt="2026-06-25T07:25:07.686" v="83" actId="26606"/>
          <ac:cxnSpMkLst>
            <pc:docMk/>
            <pc:sldMk cId="3476636634" sldId="256"/>
            <ac:cxnSpMk id="23" creationId="{3A1AAD47-56AD-4EE6-A88C-981D060DC2D6}"/>
          </ac:cxnSpMkLst>
        </pc:cxnChg>
        <pc:cxnChg chg="add">
          <ac:chgData name="manoj kumar reddy" userId="0307d49e78837250" providerId="LiveId" clId="{871F7982-891E-421B-830C-7875D40B7073}" dt="2026-06-25T07:25:07.726" v="84" actId="26606"/>
          <ac:cxnSpMkLst>
            <pc:docMk/>
            <pc:sldMk cId="3476636634" sldId="256"/>
            <ac:cxnSpMk id="26" creationId="{744251C3-E720-4363-8AF0-20AD319374F0}"/>
          </ac:cxnSpMkLst>
        </pc:cxnChg>
      </pc:sldChg>
      <pc:sldChg chg="addSp delSp mod setBg">
        <pc:chgData name="manoj kumar reddy" userId="0307d49e78837250" providerId="LiveId" clId="{871F7982-891E-421B-830C-7875D40B7073}" dt="2026-06-25T07:25:32.997" v="86" actId="26606"/>
        <pc:sldMkLst>
          <pc:docMk/>
          <pc:sldMk cId="1904462248" sldId="258"/>
        </pc:sldMkLst>
        <pc:spChg chg="add del">
          <ac:chgData name="manoj kumar reddy" userId="0307d49e78837250" providerId="LiveId" clId="{871F7982-891E-421B-830C-7875D40B7073}" dt="2026-06-25T07:25:32.997" v="86" actId="26606"/>
          <ac:spMkLst>
            <pc:docMk/>
            <pc:sldMk cId="1904462248" sldId="258"/>
            <ac:spMk id="3" creationId="{A0B05945-5884-F6A8-A448-C0B944EE3BF5}"/>
          </ac:spMkLst>
        </pc:spChg>
        <pc:graphicFrameChg chg="add del">
          <ac:chgData name="manoj kumar reddy" userId="0307d49e78837250" providerId="LiveId" clId="{871F7982-891E-421B-830C-7875D40B7073}" dt="2026-06-25T07:25:32.997" v="86" actId="26606"/>
          <ac:graphicFrameMkLst>
            <pc:docMk/>
            <pc:sldMk cId="1904462248" sldId="258"/>
            <ac:graphicFrameMk id="5" creationId="{6219DCEA-5901-4A67-346F-78FA3D2974CD}"/>
          </ac:graphicFrameMkLst>
        </pc:graphicFrameChg>
      </pc:sldChg>
      <pc:sldChg chg="addSp delSp modSp mod setBg">
        <pc:chgData name="manoj kumar reddy" userId="0307d49e78837250" providerId="LiveId" clId="{871F7982-891E-421B-830C-7875D40B7073}" dt="2026-06-25T07:26:31.463" v="95" actId="1076"/>
        <pc:sldMkLst>
          <pc:docMk/>
          <pc:sldMk cId="3785711103" sldId="260"/>
        </pc:sldMkLst>
        <pc:spChg chg="mod">
          <ac:chgData name="manoj kumar reddy" userId="0307d49e78837250" providerId="LiveId" clId="{871F7982-891E-421B-830C-7875D40B7073}" dt="2026-06-25T07:25:48.890" v="87" actId="26606"/>
          <ac:spMkLst>
            <pc:docMk/>
            <pc:sldMk cId="3785711103" sldId="260"/>
            <ac:spMk id="2" creationId="{656CAF9E-2417-01C7-A4CE-CF8C62F8D0A2}"/>
          </ac:spMkLst>
        </pc:spChg>
        <pc:spChg chg="del">
          <ac:chgData name="manoj kumar reddy" userId="0307d49e78837250" providerId="LiveId" clId="{871F7982-891E-421B-830C-7875D40B7073}" dt="2026-06-25T07:22:18.062" v="58" actId="26606"/>
          <ac:spMkLst>
            <pc:docMk/>
            <pc:sldMk cId="3785711103" sldId="260"/>
            <ac:spMk id="4" creationId="{6FD74FAB-ED7E-781A-ED46-C1F6BB38719A}"/>
          </ac:spMkLst>
        </pc:spChg>
        <pc:spChg chg="add del mod">
          <ac:chgData name="manoj kumar reddy" userId="0307d49e78837250" providerId="LiveId" clId="{871F7982-891E-421B-830C-7875D40B7073}" dt="2026-06-25T07:20:45.116" v="53" actId="931"/>
          <ac:spMkLst>
            <pc:docMk/>
            <pc:sldMk cId="3785711103" sldId="260"/>
            <ac:spMk id="5" creationId="{B2136042-1EB9-535E-EFB3-43D8747DEA84}"/>
          </ac:spMkLst>
        </pc:spChg>
        <pc:spChg chg="add del mod">
          <ac:chgData name="manoj kumar reddy" userId="0307d49e78837250" providerId="LiveId" clId="{871F7982-891E-421B-830C-7875D40B7073}" dt="2026-06-25T07:21:54.730" v="57" actId="931"/>
          <ac:spMkLst>
            <pc:docMk/>
            <pc:sldMk cId="3785711103" sldId="260"/>
            <ac:spMk id="9" creationId="{19A1F709-76CB-D1F4-7920-87ED36E6EBAD}"/>
          </ac:spMkLst>
        </pc:spChg>
        <pc:spChg chg="add del mod">
          <ac:chgData name="manoj kumar reddy" userId="0307d49e78837250" providerId="LiveId" clId="{871F7982-891E-421B-830C-7875D40B7073}" dt="2026-06-25T07:26:16.845" v="92" actId="931"/>
          <ac:spMkLst>
            <pc:docMk/>
            <pc:sldMk cId="3785711103" sldId="260"/>
            <ac:spMk id="15" creationId="{FFE52F5A-904B-9AAD-840E-17E8E7C5BB22}"/>
          </ac:spMkLst>
        </pc:spChg>
        <pc:spChg chg="add del">
          <ac:chgData name="manoj kumar reddy" userId="0307d49e78837250" providerId="LiveId" clId="{871F7982-891E-421B-830C-7875D40B7073}" dt="2026-06-25T07:25:56.952" v="88" actId="26606"/>
          <ac:spMkLst>
            <pc:docMk/>
            <pc:sldMk cId="3785711103" sldId="260"/>
            <ac:spMk id="19" creationId="{B1007713-5891-46A9-BACA-FAD760FE2353}"/>
          </ac:spMkLst>
        </pc:spChg>
        <pc:spChg chg="add del">
          <ac:chgData name="manoj kumar reddy" userId="0307d49e78837250" providerId="LiveId" clId="{871F7982-891E-421B-830C-7875D40B7073}" dt="2026-06-25T07:25:56.952" v="88" actId="26606"/>
          <ac:spMkLst>
            <pc:docMk/>
            <pc:sldMk cId="3785711103" sldId="260"/>
            <ac:spMk id="21" creationId="{74BB6AA7-7EAD-4D3B-9335-B6E8BD7E6891}"/>
          </ac:spMkLst>
        </pc:spChg>
        <pc:spChg chg="add">
          <ac:chgData name="manoj kumar reddy" userId="0307d49e78837250" providerId="LiveId" clId="{871F7982-891E-421B-830C-7875D40B7073}" dt="2026-06-25T07:25:56.952" v="88" actId="26606"/>
          <ac:spMkLst>
            <pc:docMk/>
            <pc:sldMk cId="3785711103" sldId="260"/>
            <ac:spMk id="26" creationId="{B1007713-5891-46A9-BACA-FAD760FE2353}"/>
          </ac:spMkLst>
        </pc:spChg>
        <pc:spChg chg="add">
          <ac:chgData name="manoj kumar reddy" userId="0307d49e78837250" providerId="LiveId" clId="{871F7982-891E-421B-830C-7875D40B7073}" dt="2026-06-25T07:25:56.952" v="88" actId="26606"/>
          <ac:spMkLst>
            <pc:docMk/>
            <pc:sldMk cId="3785711103" sldId="260"/>
            <ac:spMk id="28" creationId="{74BB6AA7-7EAD-4D3B-9335-B6E8BD7E6891}"/>
          </ac:spMkLst>
        </pc:spChg>
        <pc:graphicFrameChg chg="add mod modGraphic">
          <ac:chgData name="manoj kumar reddy" userId="0307d49e78837250" providerId="LiveId" clId="{871F7982-891E-421B-830C-7875D40B7073}" dt="2026-06-25T07:25:56.952" v="88" actId="26606"/>
          <ac:graphicFrameMkLst>
            <pc:docMk/>
            <pc:sldMk cId="3785711103" sldId="260"/>
            <ac:graphicFrameMk id="14" creationId="{F2048937-5F38-BAD7-54D5-8F85DCDB5F24}"/>
          </ac:graphicFrameMkLst>
        </pc:graphicFrameChg>
        <pc:picChg chg="add del mod ord">
          <ac:chgData name="manoj kumar reddy" userId="0307d49e78837250" providerId="LiveId" clId="{871F7982-891E-421B-830C-7875D40B7073}" dt="2026-06-25T07:21:00.363" v="56" actId="21"/>
          <ac:picMkLst>
            <pc:docMk/>
            <pc:sldMk cId="3785711103" sldId="260"/>
            <ac:picMk id="7" creationId="{0FED8D4B-E2D7-80C3-0A3D-B0A1A0F92951}"/>
          </ac:picMkLst>
        </pc:picChg>
        <pc:picChg chg="del">
          <ac:chgData name="manoj kumar reddy" userId="0307d49e78837250" providerId="LiveId" clId="{871F7982-891E-421B-830C-7875D40B7073}" dt="2026-06-25T07:20:22.063" v="52" actId="21"/>
          <ac:picMkLst>
            <pc:docMk/>
            <pc:sldMk cId="3785711103" sldId="260"/>
            <ac:picMk id="10" creationId="{DDAB0A61-883B-E773-BEC4-23618B0C0DFD}"/>
          </ac:picMkLst>
        </pc:picChg>
        <pc:picChg chg="add del mod ord">
          <ac:chgData name="manoj kumar reddy" userId="0307d49e78837250" providerId="LiveId" clId="{871F7982-891E-421B-830C-7875D40B7073}" dt="2026-06-25T07:26:10.438" v="91" actId="21"/>
          <ac:picMkLst>
            <pc:docMk/>
            <pc:sldMk cId="3785711103" sldId="260"/>
            <ac:picMk id="12" creationId="{727FF32C-87D2-87B2-306C-7E05EE6EE0CC}"/>
          </ac:picMkLst>
        </pc:picChg>
        <pc:picChg chg="add mod ord">
          <ac:chgData name="manoj kumar reddy" userId="0307d49e78837250" providerId="LiveId" clId="{871F7982-891E-421B-830C-7875D40B7073}" dt="2026-06-25T07:26:31.463" v="95" actId="1076"/>
          <ac:picMkLst>
            <pc:docMk/>
            <pc:sldMk cId="3785711103" sldId="260"/>
            <ac:picMk id="17" creationId="{E8F856C3-009A-A7F6-22CF-2C2399D30D99}"/>
          </ac:picMkLst>
        </pc:picChg>
      </pc:sldChg>
      <pc:sldChg chg="addSp delSp add del mod">
        <pc:chgData name="manoj kumar reddy" userId="0307d49e78837250" providerId="LiveId" clId="{871F7982-891E-421B-830C-7875D40B7073}" dt="2026-06-25T07:28:48.326" v="135" actId="2696"/>
        <pc:sldMkLst>
          <pc:docMk/>
          <pc:sldMk cId="3062726606" sldId="262"/>
        </pc:sldMkLst>
        <pc:picChg chg="add del">
          <ac:chgData name="manoj kumar reddy" userId="0307d49e78837250" providerId="LiveId" clId="{871F7982-891E-421B-830C-7875D40B7073}" dt="2026-06-25T07:28:29.346" v="122" actId="21"/>
          <ac:picMkLst>
            <pc:docMk/>
            <pc:sldMk cId="3062726606" sldId="262"/>
            <ac:picMk id="3" creationId="{94DA8139-2FD5-C643-33C9-7CFEEF23834D}"/>
          </ac:picMkLst>
        </pc:picChg>
      </pc:sldChg>
      <pc:sldChg chg="addSp delSp modSp new del mod setBg addAnim delAnim">
        <pc:chgData name="manoj kumar reddy" userId="0307d49e78837250" providerId="LiveId" clId="{871F7982-891E-421B-830C-7875D40B7073}" dt="2026-06-25T07:28:20.648" v="119" actId="680"/>
        <pc:sldMkLst>
          <pc:docMk/>
          <pc:sldMk cId="3310501981" sldId="262"/>
        </pc:sldMkLst>
        <pc:spChg chg="mod">
          <ac:chgData name="manoj kumar reddy" userId="0307d49e78837250" providerId="LiveId" clId="{871F7982-891E-421B-830C-7875D40B7073}" dt="2026-06-25T07:28:20.205" v="118" actId="20577"/>
          <ac:spMkLst>
            <pc:docMk/>
            <pc:sldMk cId="3310501981" sldId="262"/>
            <ac:spMk id="2" creationId="{FB395DE7-DF89-BDC0-ADEF-7CD43BCA6701}"/>
          </ac:spMkLst>
        </pc:spChg>
        <pc:spChg chg="add del">
          <ac:chgData name="manoj kumar reddy" userId="0307d49e78837250" providerId="LiveId" clId="{871F7982-891E-421B-830C-7875D40B7073}" dt="2026-06-25T07:28:14.909" v="114" actId="26606"/>
          <ac:spMkLst>
            <pc:docMk/>
            <pc:sldMk cId="3310501981" sldId="262"/>
            <ac:spMk id="7" creationId="{70068059-9097-4F05-BA38-CDD7DBF77372}"/>
          </ac:spMkLst>
        </pc:spChg>
        <pc:spChg chg="add del">
          <ac:chgData name="manoj kumar reddy" userId="0307d49e78837250" providerId="LiveId" clId="{871F7982-891E-421B-830C-7875D40B7073}" dt="2026-06-25T07:28:14.909" v="114" actId="26606"/>
          <ac:spMkLst>
            <pc:docMk/>
            <pc:sldMk cId="3310501981" sldId="262"/>
            <ac:spMk id="9" creationId="{E164A015-EDB3-4688-8B77-9255305411E1}"/>
          </ac:spMkLst>
        </pc:spChg>
      </pc:sldChg>
      <pc:sldChg chg="new del">
        <pc:chgData name="manoj kumar reddy" userId="0307d49e78837250" providerId="LiveId" clId="{871F7982-891E-421B-830C-7875D40B7073}" dt="2026-06-25T07:27:34.762" v="99" actId="680"/>
        <pc:sldMkLst>
          <pc:docMk/>
          <pc:sldMk cId="3603930687" sldId="262"/>
        </pc:sldMkLst>
      </pc:sldChg>
      <pc:sldChg chg="addSp delSp modSp new mod setBg addAnim">
        <pc:chgData name="manoj kumar reddy" userId="0307d49e78837250" providerId="LiveId" clId="{871F7982-891E-421B-830C-7875D40B7073}" dt="2026-06-25T07:29:30.303" v="144" actId="26606"/>
        <pc:sldMkLst>
          <pc:docMk/>
          <pc:sldMk cId="1192213246" sldId="263"/>
        </pc:sldMkLst>
        <pc:spChg chg="mod">
          <ac:chgData name="manoj kumar reddy" userId="0307d49e78837250" providerId="LiveId" clId="{871F7982-891E-421B-830C-7875D40B7073}" dt="2026-06-25T07:29:30.283" v="143" actId="26606"/>
          <ac:spMkLst>
            <pc:docMk/>
            <pc:sldMk cId="1192213246" sldId="263"/>
            <ac:spMk id="2" creationId="{99FAAF48-4DA0-CC7A-3752-DF1189D106B2}"/>
          </ac:spMkLst>
        </pc:spChg>
        <pc:spChg chg="add del">
          <ac:chgData name="manoj kumar reddy" userId="0307d49e78837250" providerId="LiveId" clId="{871F7982-891E-421B-830C-7875D40B7073}" dt="2026-06-25T07:29:05.596" v="137" actId="26606"/>
          <ac:spMkLst>
            <pc:docMk/>
            <pc:sldMk cId="1192213246" sldId="263"/>
            <ac:spMk id="7" creationId="{70068059-9097-4F05-BA38-CDD7DBF77372}"/>
          </ac:spMkLst>
        </pc:spChg>
        <pc:spChg chg="add del">
          <ac:chgData name="manoj kumar reddy" userId="0307d49e78837250" providerId="LiveId" clId="{871F7982-891E-421B-830C-7875D40B7073}" dt="2026-06-25T07:29:30.303" v="144" actId="26606"/>
          <ac:spMkLst>
            <pc:docMk/>
            <pc:sldMk cId="1192213246" sldId="263"/>
            <ac:spMk id="8" creationId="{BD1CAB03-F6A4-4736-85F6-261056424D9D}"/>
          </ac:spMkLst>
        </pc:spChg>
        <pc:spChg chg="add del">
          <ac:chgData name="manoj kumar reddy" userId="0307d49e78837250" providerId="LiveId" clId="{871F7982-891E-421B-830C-7875D40B7073}" dt="2026-06-25T07:29:05.596" v="137" actId="26606"/>
          <ac:spMkLst>
            <pc:docMk/>
            <pc:sldMk cId="1192213246" sldId="263"/>
            <ac:spMk id="9" creationId="{E164A015-EDB3-4688-8B77-9255305411E1}"/>
          </ac:spMkLst>
        </pc:spChg>
        <pc:spChg chg="add del">
          <ac:chgData name="manoj kumar reddy" userId="0307d49e78837250" providerId="LiveId" clId="{871F7982-891E-421B-830C-7875D40B7073}" dt="2026-06-25T07:29:30.303" v="144" actId="26606"/>
          <ac:spMkLst>
            <pc:docMk/>
            <pc:sldMk cId="1192213246" sldId="263"/>
            <ac:spMk id="10" creationId="{3E2321B3-5D47-422E-8DD6-192DA485FF63}"/>
          </ac:spMkLst>
        </pc:spChg>
        <pc:spChg chg="add del">
          <ac:chgData name="manoj kumar reddy" userId="0307d49e78837250" providerId="LiveId" clId="{871F7982-891E-421B-830C-7875D40B7073}" dt="2026-06-25T07:29:27.507" v="141" actId="26606"/>
          <ac:spMkLst>
            <pc:docMk/>
            <pc:sldMk cId="1192213246" sldId="263"/>
            <ac:spMk id="15" creationId="{FC23C8D4-BD3D-4473-B3D0-89011586BE82}"/>
          </ac:spMkLst>
        </pc:spChg>
        <pc:spChg chg="add del">
          <ac:chgData name="manoj kumar reddy" userId="0307d49e78837250" providerId="LiveId" clId="{871F7982-891E-421B-830C-7875D40B7073}" dt="2026-06-25T07:29:30.283" v="143" actId="26606"/>
          <ac:spMkLst>
            <pc:docMk/>
            <pc:sldMk cId="1192213246" sldId="263"/>
            <ac:spMk id="17" creationId="{832A30EC-2C72-4D1B-9B53-76A0601A1F4C}"/>
          </ac:spMkLst>
        </pc:spChg>
        <pc:spChg chg="add del">
          <ac:chgData name="manoj kumar reddy" userId="0307d49e78837250" providerId="LiveId" clId="{871F7982-891E-421B-830C-7875D40B7073}" dt="2026-06-25T07:29:30.283" v="143" actId="26606"/>
          <ac:spMkLst>
            <pc:docMk/>
            <pc:sldMk cId="1192213246" sldId="263"/>
            <ac:spMk id="18" creationId="{256A7F27-5B86-4914-90A3-E04479F8E6C8}"/>
          </ac:spMkLst>
        </pc:spChg>
        <pc:spChg chg="add">
          <ac:chgData name="manoj kumar reddy" userId="0307d49e78837250" providerId="LiveId" clId="{871F7982-891E-421B-830C-7875D40B7073}" dt="2026-06-25T07:29:30.303" v="144" actId="26606"/>
          <ac:spMkLst>
            <pc:docMk/>
            <pc:sldMk cId="1192213246" sldId="263"/>
            <ac:spMk id="20" creationId="{FC23C8D4-BD3D-4473-B3D0-89011586BE82}"/>
          </ac:spMkLst>
        </pc:spChg>
        <pc:picChg chg="add mod">
          <ac:chgData name="manoj kumar reddy" userId="0307d49e78837250" providerId="LiveId" clId="{871F7982-891E-421B-830C-7875D40B7073}" dt="2026-06-25T07:29:30.303" v="144" actId="26606"/>
          <ac:picMkLst>
            <pc:docMk/>
            <pc:sldMk cId="1192213246" sldId="263"/>
            <ac:picMk id="4" creationId="{176F61AB-49EC-6C41-2596-0EC0225E1D1B}"/>
          </ac:picMkLst>
        </pc:picChg>
      </pc:sldChg>
    </pc:docChg>
  </pc:docChgLst>
  <pc:docChgLst>
    <pc:chgData name="S DURGA PRASAD" userId="7179ce08d325a3a8" providerId="LiveId" clId="{4A0B8134-8D96-4E53-AD07-8A3164BDB9AD}"/>
    <pc:docChg chg="undo custSel addSld delSld modSld addSection delSection modSection">
      <pc:chgData name="S DURGA PRASAD" userId="7179ce08d325a3a8" providerId="LiveId" clId="{4A0B8134-8D96-4E53-AD07-8A3164BDB9AD}" dt="2026-06-22T13:38:12.641" v="32" actId="1076"/>
      <pc:docMkLst>
        <pc:docMk/>
      </pc:docMkLst>
      <pc:sldChg chg="modSp mod">
        <pc:chgData name="S DURGA PRASAD" userId="7179ce08d325a3a8" providerId="LiveId" clId="{4A0B8134-8D96-4E53-AD07-8A3164BDB9AD}" dt="2026-06-22T13:31:24.188" v="6" actId="1076"/>
        <pc:sldMkLst>
          <pc:docMk/>
          <pc:sldMk cId="3476636634" sldId="256"/>
        </pc:sldMkLst>
        <pc:spChg chg="mod">
          <ac:chgData name="S DURGA PRASAD" userId="7179ce08d325a3a8" providerId="LiveId" clId="{4A0B8134-8D96-4E53-AD07-8A3164BDB9AD}" dt="2026-06-22T13:31:24.188" v="6" actId="1076"/>
          <ac:spMkLst>
            <pc:docMk/>
            <pc:sldMk cId="3476636634" sldId="256"/>
            <ac:spMk id="2" creationId="{B6922455-36A4-1A8E-60A0-1F81D01DED93}"/>
          </ac:spMkLst>
        </pc:spChg>
      </pc:sldChg>
      <pc:sldChg chg="modSp mod">
        <pc:chgData name="S DURGA PRASAD" userId="7179ce08d325a3a8" providerId="LiveId" clId="{4A0B8134-8D96-4E53-AD07-8A3164BDB9AD}" dt="2026-06-22T13:31:51.214" v="8" actId="20577"/>
        <pc:sldMkLst>
          <pc:docMk/>
          <pc:sldMk cId="870492024" sldId="257"/>
        </pc:sldMkLst>
        <pc:spChg chg="mod">
          <ac:chgData name="S DURGA PRASAD" userId="7179ce08d325a3a8" providerId="LiveId" clId="{4A0B8134-8D96-4E53-AD07-8A3164BDB9AD}" dt="2026-06-22T13:31:51.214" v="8" actId="20577"/>
          <ac:spMkLst>
            <pc:docMk/>
            <pc:sldMk cId="870492024" sldId="257"/>
            <ac:spMk id="5" creationId="{7978E9C5-9123-FEA8-EAB2-561FBA177C12}"/>
          </ac:spMkLst>
        </pc:spChg>
      </pc:sldChg>
      <pc:sldChg chg="modSp mod">
        <pc:chgData name="S DURGA PRASAD" userId="7179ce08d325a3a8" providerId="LiveId" clId="{4A0B8134-8D96-4E53-AD07-8A3164BDB9AD}" dt="2026-06-22T13:24:03.719" v="1" actId="14100"/>
        <pc:sldMkLst>
          <pc:docMk/>
          <pc:sldMk cId="278477992" sldId="261"/>
        </pc:sldMkLst>
        <pc:spChg chg="mod">
          <ac:chgData name="S DURGA PRASAD" userId="7179ce08d325a3a8" providerId="LiveId" clId="{4A0B8134-8D96-4E53-AD07-8A3164BDB9AD}" dt="2026-06-22T13:24:03.719" v="1" actId="14100"/>
          <ac:spMkLst>
            <pc:docMk/>
            <pc:sldMk cId="278477992" sldId="261"/>
            <ac:spMk id="6" creationId="{3593F374-EF65-1C36-D9F8-F61418626814}"/>
          </ac:spMkLst>
        </pc:spChg>
      </pc:sldChg>
      <pc:sldChg chg="addSp modSp new mod">
        <pc:chgData name="S DURGA PRASAD" userId="7179ce08d325a3a8" providerId="LiveId" clId="{4A0B8134-8D96-4E53-AD07-8A3164BDB9AD}" dt="2026-06-22T13:38:12.641" v="32" actId="1076"/>
        <pc:sldMkLst>
          <pc:docMk/>
          <pc:sldMk cId="3062726606" sldId="262"/>
        </pc:sldMkLst>
        <pc:picChg chg="add mod">
          <ac:chgData name="S DURGA PRASAD" userId="7179ce08d325a3a8" providerId="LiveId" clId="{4A0B8134-8D96-4E53-AD07-8A3164BDB9AD}" dt="2026-06-22T13:38:12.641" v="32" actId="1076"/>
          <ac:picMkLst>
            <pc:docMk/>
            <pc:sldMk cId="3062726606" sldId="262"/>
            <ac:picMk id="3" creationId="{94DA8139-2FD5-C643-33C9-7CFEEF23834D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806614E-00F8-4379-8311-AD8D22AF91D7}" type="doc">
      <dgm:prSet loTypeId="urn:microsoft.com/office/officeart/2005/8/layout/vList5" loCatId="list" qsTypeId="urn:microsoft.com/office/officeart/2005/8/quickstyle/simple2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C993046-78A3-4367-9085-885BB123B8DC}">
      <dgm:prSet/>
      <dgm:spPr/>
      <dgm:t>
        <a:bodyPr/>
        <a:lstStyle/>
        <a:p>
          <a:r>
            <a:rPr lang="en-US"/>
            <a:t>Add</a:t>
          </a:r>
        </a:p>
      </dgm:t>
    </dgm:pt>
    <dgm:pt modelId="{B893474A-3D84-4AC2-93B3-1FA871A04376}" type="parTrans" cxnId="{36F85BD3-B521-42D8-8664-59A08BADAAB5}">
      <dgm:prSet/>
      <dgm:spPr/>
      <dgm:t>
        <a:bodyPr/>
        <a:lstStyle/>
        <a:p>
          <a:endParaRPr lang="en-US"/>
        </a:p>
      </dgm:t>
    </dgm:pt>
    <dgm:pt modelId="{352F8971-8CBB-4CA7-8470-807C3E7A2D3F}" type="sibTrans" cxnId="{36F85BD3-B521-42D8-8664-59A08BADAAB5}">
      <dgm:prSet/>
      <dgm:spPr/>
      <dgm:t>
        <a:bodyPr/>
        <a:lstStyle/>
        <a:p>
          <a:endParaRPr lang="en-US"/>
        </a:p>
      </dgm:t>
    </dgm:pt>
    <dgm:pt modelId="{3060978D-E6E4-4C8A-BFBB-89174862B6EA}">
      <dgm:prSet/>
      <dgm:spPr/>
      <dgm:t>
        <a:bodyPr/>
        <a:lstStyle/>
        <a:p>
          <a:r>
            <a:rPr lang="en-US"/>
            <a:t>Add Patient: Registers new patient details. </a:t>
          </a:r>
        </a:p>
      </dgm:t>
    </dgm:pt>
    <dgm:pt modelId="{8E4D383B-4EFC-4537-8A6A-FC8795B8111D}" type="parTrans" cxnId="{584695DE-45A5-4DC9-9D82-58BACB103DD9}">
      <dgm:prSet/>
      <dgm:spPr/>
      <dgm:t>
        <a:bodyPr/>
        <a:lstStyle/>
        <a:p>
          <a:endParaRPr lang="en-US"/>
        </a:p>
      </dgm:t>
    </dgm:pt>
    <dgm:pt modelId="{BB0A09DF-1B56-4502-A6B3-CFAF9115DD4E}" type="sibTrans" cxnId="{584695DE-45A5-4DC9-9D82-58BACB103DD9}">
      <dgm:prSet/>
      <dgm:spPr/>
      <dgm:t>
        <a:bodyPr/>
        <a:lstStyle/>
        <a:p>
          <a:endParaRPr lang="en-US"/>
        </a:p>
      </dgm:t>
    </dgm:pt>
    <dgm:pt modelId="{92357E16-FD6B-47C6-8DA7-B759BA4A9B32}">
      <dgm:prSet/>
      <dgm:spPr/>
      <dgm:t>
        <a:bodyPr/>
        <a:lstStyle/>
        <a:p>
          <a:r>
            <a:rPr lang="en-US"/>
            <a:t>Search</a:t>
          </a:r>
        </a:p>
      </dgm:t>
    </dgm:pt>
    <dgm:pt modelId="{DAB82D7A-8FB6-4C8E-8A19-412813E302D9}" type="parTrans" cxnId="{05ED7451-3E37-41DF-B5DB-2A877ED8A012}">
      <dgm:prSet/>
      <dgm:spPr/>
      <dgm:t>
        <a:bodyPr/>
        <a:lstStyle/>
        <a:p>
          <a:endParaRPr lang="en-US"/>
        </a:p>
      </dgm:t>
    </dgm:pt>
    <dgm:pt modelId="{22298F10-309D-484B-B7A3-5B639BC7FBA0}" type="sibTrans" cxnId="{05ED7451-3E37-41DF-B5DB-2A877ED8A012}">
      <dgm:prSet/>
      <dgm:spPr/>
      <dgm:t>
        <a:bodyPr/>
        <a:lstStyle/>
        <a:p>
          <a:endParaRPr lang="en-US"/>
        </a:p>
      </dgm:t>
    </dgm:pt>
    <dgm:pt modelId="{4F8DD7C3-DE3D-474E-8C98-8F230C026F82}">
      <dgm:prSet/>
      <dgm:spPr/>
      <dgm:t>
        <a:bodyPr/>
        <a:lstStyle/>
        <a:p>
          <a:r>
            <a:rPr lang="en-US"/>
            <a:t>Search Patient: Finds patient records using Patient ID. </a:t>
          </a:r>
        </a:p>
      </dgm:t>
    </dgm:pt>
    <dgm:pt modelId="{A18E2C07-3E4B-4D8E-BA06-A946AAD1F291}" type="parTrans" cxnId="{57E61A23-A9E8-4B0F-B076-F57585DE78C5}">
      <dgm:prSet/>
      <dgm:spPr/>
      <dgm:t>
        <a:bodyPr/>
        <a:lstStyle/>
        <a:p>
          <a:endParaRPr lang="en-US"/>
        </a:p>
      </dgm:t>
    </dgm:pt>
    <dgm:pt modelId="{AF0689AF-E00F-42AB-8F47-882689540C7D}" type="sibTrans" cxnId="{57E61A23-A9E8-4B0F-B076-F57585DE78C5}">
      <dgm:prSet/>
      <dgm:spPr/>
      <dgm:t>
        <a:bodyPr/>
        <a:lstStyle/>
        <a:p>
          <a:endParaRPr lang="en-US"/>
        </a:p>
      </dgm:t>
    </dgm:pt>
    <dgm:pt modelId="{7EDC50D0-C8AD-4D82-89F7-A2E2D7D11A44}">
      <dgm:prSet/>
      <dgm:spPr/>
      <dgm:t>
        <a:bodyPr/>
        <a:lstStyle/>
        <a:p>
          <a:r>
            <a:rPr lang="en-US"/>
            <a:t>Update</a:t>
          </a:r>
        </a:p>
      </dgm:t>
    </dgm:pt>
    <dgm:pt modelId="{8832257C-D6CE-4D79-A95B-0763C0B390E1}" type="parTrans" cxnId="{CA5CC2A5-75E7-4706-97C0-CC1AF48ECDD8}">
      <dgm:prSet/>
      <dgm:spPr/>
      <dgm:t>
        <a:bodyPr/>
        <a:lstStyle/>
        <a:p>
          <a:endParaRPr lang="en-US"/>
        </a:p>
      </dgm:t>
    </dgm:pt>
    <dgm:pt modelId="{610FA39E-043B-420E-B402-F4A9A1561C94}" type="sibTrans" cxnId="{CA5CC2A5-75E7-4706-97C0-CC1AF48ECDD8}">
      <dgm:prSet/>
      <dgm:spPr/>
      <dgm:t>
        <a:bodyPr/>
        <a:lstStyle/>
        <a:p>
          <a:endParaRPr lang="en-US"/>
        </a:p>
      </dgm:t>
    </dgm:pt>
    <dgm:pt modelId="{9DEF58FC-5895-4182-A76E-BAFC8D1136AB}">
      <dgm:prSet/>
      <dgm:spPr/>
      <dgm:t>
        <a:bodyPr/>
        <a:lstStyle/>
        <a:p>
          <a:r>
            <a:rPr lang="en-US"/>
            <a:t>Update Patient: Modifies existing patient information. </a:t>
          </a:r>
        </a:p>
      </dgm:t>
    </dgm:pt>
    <dgm:pt modelId="{76DB8C68-5058-4EBE-8872-1A8054A93F42}" type="parTrans" cxnId="{19F74BFA-5694-4B26-AA70-AC6FBFF6145A}">
      <dgm:prSet/>
      <dgm:spPr/>
      <dgm:t>
        <a:bodyPr/>
        <a:lstStyle/>
        <a:p>
          <a:endParaRPr lang="en-US"/>
        </a:p>
      </dgm:t>
    </dgm:pt>
    <dgm:pt modelId="{4CCB0A33-4344-40BA-812C-B7D22479BE72}" type="sibTrans" cxnId="{19F74BFA-5694-4B26-AA70-AC6FBFF6145A}">
      <dgm:prSet/>
      <dgm:spPr/>
      <dgm:t>
        <a:bodyPr/>
        <a:lstStyle/>
        <a:p>
          <a:endParaRPr lang="en-US"/>
        </a:p>
      </dgm:t>
    </dgm:pt>
    <dgm:pt modelId="{7B80558D-9AFC-4F66-A31F-BE3CD82CD96D}">
      <dgm:prSet/>
      <dgm:spPr/>
      <dgm:t>
        <a:bodyPr/>
        <a:lstStyle/>
        <a:p>
          <a:r>
            <a:rPr lang="en-US"/>
            <a:t>Treat</a:t>
          </a:r>
        </a:p>
      </dgm:t>
    </dgm:pt>
    <dgm:pt modelId="{0AC8B86B-0216-4573-95B6-DAC35A754274}" type="parTrans" cxnId="{FD0E503D-DA9B-45E5-B85B-F4806D7C46B1}">
      <dgm:prSet/>
      <dgm:spPr/>
      <dgm:t>
        <a:bodyPr/>
        <a:lstStyle/>
        <a:p>
          <a:endParaRPr lang="en-US"/>
        </a:p>
      </dgm:t>
    </dgm:pt>
    <dgm:pt modelId="{C50FFD94-9F54-4E8C-B80F-8A4D302FABF0}" type="sibTrans" cxnId="{FD0E503D-DA9B-45E5-B85B-F4806D7C46B1}">
      <dgm:prSet/>
      <dgm:spPr/>
      <dgm:t>
        <a:bodyPr/>
        <a:lstStyle/>
        <a:p>
          <a:endParaRPr lang="en-US"/>
        </a:p>
      </dgm:t>
    </dgm:pt>
    <dgm:pt modelId="{F014B510-6B59-4DA2-826A-9776344222C5}">
      <dgm:prSet/>
      <dgm:spPr/>
      <dgm:t>
        <a:bodyPr/>
        <a:lstStyle/>
        <a:p>
          <a:r>
            <a:rPr lang="en-US"/>
            <a:t>Treat Next Patient: Selects the highest-priority waiting patient. </a:t>
          </a:r>
        </a:p>
      </dgm:t>
    </dgm:pt>
    <dgm:pt modelId="{BEA933A4-C3CC-4275-97C1-E81F3ED5A62F}" type="parTrans" cxnId="{8D3664B7-B4D9-472F-82C8-D96216770340}">
      <dgm:prSet/>
      <dgm:spPr/>
      <dgm:t>
        <a:bodyPr/>
        <a:lstStyle/>
        <a:p>
          <a:endParaRPr lang="en-US"/>
        </a:p>
      </dgm:t>
    </dgm:pt>
    <dgm:pt modelId="{29B10AA3-0516-481D-894A-46B174B78700}" type="sibTrans" cxnId="{8D3664B7-B4D9-472F-82C8-D96216770340}">
      <dgm:prSet/>
      <dgm:spPr/>
      <dgm:t>
        <a:bodyPr/>
        <a:lstStyle/>
        <a:p>
          <a:endParaRPr lang="en-US"/>
        </a:p>
      </dgm:t>
    </dgm:pt>
    <dgm:pt modelId="{75352BD6-6B9F-4B7D-84EC-D87A9270D480}">
      <dgm:prSet/>
      <dgm:spPr/>
      <dgm:t>
        <a:bodyPr/>
        <a:lstStyle/>
        <a:p>
          <a:r>
            <a:rPr lang="en-US"/>
            <a:t>Complete</a:t>
          </a:r>
        </a:p>
      </dgm:t>
    </dgm:pt>
    <dgm:pt modelId="{7172F61E-CAA5-4DDA-AA7F-BEBDCBB1DF63}" type="parTrans" cxnId="{6A346775-C078-4665-9DD7-6B2388026DA4}">
      <dgm:prSet/>
      <dgm:spPr/>
      <dgm:t>
        <a:bodyPr/>
        <a:lstStyle/>
        <a:p>
          <a:endParaRPr lang="en-US"/>
        </a:p>
      </dgm:t>
    </dgm:pt>
    <dgm:pt modelId="{622EC1A6-CBAC-4E67-B2A6-6356913CDFA6}" type="sibTrans" cxnId="{6A346775-C078-4665-9DD7-6B2388026DA4}">
      <dgm:prSet/>
      <dgm:spPr/>
      <dgm:t>
        <a:bodyPr/>
        <a:lstStyle/>
        <a:p>
          <a:endParaRPr lang="en-US"/>
        </a:p>
      </dgm:t>
    </dgm:pt>
    <dgm:pt modelId="{A8337987-B336-4D36-AFEE-37FDCFD2E847}">
      <dgm:prSet/>
      <dgm:spPr/>
      <dgm:t>
        <a:bodyPr/>
        <a:lstStyle/>
        <a:p>
          <a:r>
            <a:rPr lang="en-US"/>
            <a:t>Complete Treatment: Updates patient status after treatment.</a:t>
          </a:r>
        </a:p>
      </dgm:t>
    </dgm:pt>
    <dgm:pt modelId="{56843B17-82A0-490D-82BA-1602CE059F02}" type="parTrans" cxnId="{24BDC7E3-64F7-4837-B806-EC469D3836D7}">
      <dgm:prSet/>
      <dgm:spPr/>
      <dgm:t>
        <a:bodyPr/>
        <a:lstStyle/>
        <a:p>
          <a:endParaRPr lang="en-US"/>
        </a:p>
      </dgm:t>
    </dgm:pt>
    <dgm:pt modelId="{BB870757-5303-499B-8CC0-D2A60ECA9B7A}" type="sibTrans" cxnId="{24BDC7E3-64F7-4837-B806-EC469D3836D7}">
      <dgm:prSet/>
      <dgm:spPr/>
      <dgm:t>
        <a:bodyPr/>
        <a:lstStyle/>
        <a:p>
          <a:endParaRPr lang="en-US"/>
        </a:p>
      </dgm:t>
    </dgm:pt>
    <dgm:pt modelId="{95B59A19-C767-4250-84BD-93DEF84CA71C}" type="pres">
      <dgm:prSet presAssocID="{B806614E-00F8-4379-8311-AD8D22AF91D7}" presName="Name0" presStyleCnt="0">
        <dgm:presLayoutVars>
          <dgm:dir/>
          <dgm:animLvl val="lvl"/>
          <dgm:resizeHandles val="exact"/>
        </dgm:presLayoutVars>
      </dgm:prSet>
      <dgm:spPr/>
    </dgm:pt>
    <dgm:pt modelId="{D020D25B-3BA3-4C1D-961E-6BFEB7197154}" type="pres">
      <dgm:prSet presAssocID="{5C993046-78A3-4367-9085-885BB123B8DC}" presName="linNode" presStyleCnt="0"/>
      <dgm:spPr/>
    </dgm:pt>
    <dgm:pt modelId="{3917D0E5-A3DC-42C9-A58C-7E5E86E5D001}" type="pres">
      <dgm:prSet presAssocID="{5C993046-78A3-4367-9085-885BB123B8DC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2BB349F7-FC4A-4CE9-8B92-A13105641D53}" type="pres">
      <dgm:prSet presAssocID="{5C993046-78A3-4367-9085-885BB123B8DC}" presName="descendantText" presStyleLbl="alignAccFollowNode1" presStyleIdx="0" presStyleCnt="5">
        <dgm:presLayoutVars>
          <dgm:bulletEnabled val="1"/>
        </dgm:presLayoutVars>
      </dgm:prSet>
      <dgm:spPr/>
    </dgm:pt>
    <dgm:pt modelId="{6F54588B-82C5-46C3-A036-A17E6132857F}" type="pres">
      <dgm:prSet presAssocID="{352F8971-8CBB-4CA7-8470-807C3E7A2D3F}" presName="sp" presStyleCnt="0"/>
      <dgm:spPr/>
    </dgm:pt>
    <dgm:pt modelId="{67EE4505-8C2F-4655-A07A-A3704EEF2FFE}" type="pres">
      <dgm:prSet presAssocID="{92357E16-FD6B-47C6-8DA7-B759BA4A9B32}" presName="linNode" presStyleCnt="0"/>
      <dgm:spPr/>
    </dgm:pt>
    <dgm:pt modelId="{91B427CB-2114-4857-9722-A8AE049557E8}" type="pres">
      <dgm:prSet presAssocID="{92357E16-FD6B-47C6-8DA7-B759BA4A9B32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F0F83108-3F2F-44B8-B5A1-1120DE78C69D}" type="pres">
      <dgm:prSet presAssocID="{92357E16-FD6B-47C6-8DA7-B759BA4A9B32}" presName="descendantText" presStyleLbl="alignAccFollowNode1" presStyleIdx="1" presStyleCnt="5">
        <dgm:presLayoutVars>
          <dgm:bulletEnabled val="1"/>
        </dgm:presLayoutVars>
      </dgm:prSet>
      <dgm:spPr/>
    </dgm:pt>
    <dgm:pt modelId="{EE91815F-8AE8-4AAF-A024-454C05C42BC8}" type="pres">
      <dgm:prSet presAssocID="{22298F10-309D-484B-B7A3-5B639BC7FBA0}" presName="sp" presStyleCnt="0"/>
      <dgm:spPr/>
    </dgm:pt>
    <dgm:pt modelId="{D6DEB3A8-8859-4C5A-B169-16E176463D2C}" type="pres">
      <dgm:prSet presAssocID="{7EDC50D0-C8AD-4D82-89F7-A2E2D7D11A44}" presName="linNode" presStyleCnt="0"/>
      <dgm:spPr/>
    </dgm:pt>
    <dgm:pt modelId="{871AAA30-DE24-4796-BAB8-1CF316820F79}" type="pres">
      <dgm:prSet presAssocID="{7EDC50D0-C8AD-4D82-89F7-A2E2D7D11A44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F435D092-F836-409A-B37F-BD216FC738A6}" type="pres">
      <dgm:prSet presAssocID="{7EDC50D0-C8AD-4D82-89F7-A2E2D7D11A44}" presName="descendantText" presStyleLbl="alignAccFollowNode1" presStyleIdx="2" presStyleCnt="5">
        <dgm:presLayoutVars>
          <dgm:bulletEnabled val="1"/>
        </dgm:presLayoutVars>
      </dgm:prSet>
      <dgm:spPr/>
    </dgm:pt>
    <dgm:pt modelId="{8E3B3CAC-5679-45CF-AAC9-297326752145}" type="pres">
      <dgm:prSet presAssocID="{610FA39E-043B-420E-B402-F4A9A1561C94}" presName="sp" presStyleCnt="0"/>
      <dgm:spPr/>
    </dgm:pt>
    <dgm:pt modelId="{B9C37F4D-8014-4697-8C21-FAB13E6CF8B3}" type="pres">
      <dgm:prSet presAssocID="{7B80558D-9AFC-4F66-A31F-BE3CD82CD96D}" presName="linNode" presStyleCnt="0"/>
      <dgm:spPr/>
    </dgm:pt>
    <dgm:pt modelId="{4A711130-70A9-4659-93B8-2ACC887DA977}" type="pres">
      <dgm:prSet presAssocID="{7B80558D-9AFC-4F66-A31F-BE3CD82CD96D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1B8E4253-9327-42F7-AAC0-724E9F68B2AD}" type="pres">
      <dgm:prSet presAssocID="{7B80558D-9AFC-4F66-A31F-BE3CD82CD96D}" presName="descendantText" presStyleLbl="alignAccFollowNode1" presStyleIdx="3" presStyleCnt="5">
        <dgm:presLayoutVars>
          <dgm:bulletEnabled val="1"/>
        </dgm:presLayoutVars>
      </dgm:prSet>
      <dgm:spPr/>
    </dgm:pt>
    <dgm:pt modelId="{6A714B64-1CD5-4E6F-9BD3-B8CE0339A114}" type="pres">
      <dgm:prSet presAssocID="{C50FFD94-9F54-4E8C-B80F-8A4D302FABF0}" presName="sp" presStyleCnt="0"/>
      <dgm:spPr/>
    </dgm:pt>
    <dgm:pt modelId="{D2F7283D-6076-4FED-AB80-1814E4C47C7A}" type="pres">
      <dgm:prSet presAssocID="{75352BD6-6B9F-4B7D-84EC-D87A9270D480}" presName="linNode" presStyleCnt="0"/>
      <dgm:spPr/>
    </dgm:pt>
    <dgm:pt modelId="{2D154AD0-1B12-4F49-8EAA-5DD9AA432F87}" type="pres">
      <dgm:prSet presAssocID="{75352BD6-6B9F-4B7D-84EC-D87A9270D480}" presName="parentText" presStyleLbl="node1" presStyleIdx="4" presStyleCnt="5">
        <dgm:presLayoutVars>
          <dgm:chMax val="1"/>
          <dgm:bulletEnabled val="1"/>
        </dgm:presLayoutVars>
      </dgm:prSet>
      <dgm:spPr/>
    </dgm:pt>
    <dgm:pt modelId="{BCD41A00-152F-4661-BC56-582E53AFA725}" type="pres">
      <dgm:prSet presAssocID="{75352BD6-6B9F-4B7D-84EC-D87A9270D480}" presName="descendantText" presStyleLbl="alignAccFollowNode1" presStyleIdx="4" presStyleCnt="5">
        <dgm:presLayoutVars>
          <dgm:bulletEnabled val="1"/>
        </dgm:presLayoutVars>
      </dgm:prSet>
      <dgm:spPr/>
    </dgm:pt>
  </dgm:ptLst>
  <dgm:cxnLst>
    <dgm:cxn modelId="{918B9904-1B88-4D2F-BACB-2B947B74F9E5}" type="presOf" srcId="{A8337987-B336-4D36-AFEE-37FDCFD2E847}" destId="{BCD41A00-152F-4661-BC56-582E53AFA725}" srcOrd="0" destOrd="0" presId="urn:microsoft.com/office/officeart/2005/8/layout/vList5"/>
    <dgm:cxn modelId="{48DD9D12-26E8-48B8-9AAD-ABBEBB5DC7CA}" type="presOf" srcId="{7EDC50D0-C8AD-4D82-89F7-A2E2D7D11A44}" destId="{871AAA30-DE24-4796-BAB8-1CF316820F79}" srcOrd="0" destOrd="0" presId="urn:microsoft.com/office/officeart/2005/8/layout/vList5"/>
    <dgm:cxn modelId="{C037E319-CBCA-496B-946B-F1ADB14978FE}" type="presOf" srcId="{7B80558D-9AFC-4F66-A31F-BE3CD82CD96D}" destId="{4A711130-70A9-4659-93B8-2ACC887DA977}" srcOrd="0" destOrd="0" presId="urn:microsoft.com/office/officeart/2005/8/layout/vList5"/>
    <dgm:cxn modelId="{57E61A23-A9E8-4B0F-B076-F57585DE78C5}" srcId="{92357E16-FD6B-47C6-8DA7-B759BA4A9B32}" destId="{4F8DD7C3-DE3D-474E-8C98-8F230C026F82}" srcOrd="0" destOrd="0" parTransId="{A18E2C07-3E4B-4D8E-BA06-A946AAD1F291}" sibTransId="{AF0689AF-E00F-42AB-8F47-882689540C7D}"/>
    <dgm:cxn modelId="{FD0E503D-DA9B-45E5-B85B-F4806D7C46B1}" srcId="{B806614E-00F8-4379-8311-AD8D22AF91D7}" destId="{7B80558D-9AFC-4F66-A31F-BE3CD82CD96D}" srcOrd="3" destOrd="0" parTransId="{0AC8B86B-0216-4573-95B6-DAC35A754274}" sibTransId="{C50FFD94-9F54-4E8C-B80F-8A4D302FABF0}"/>
    <dgm:cxn modelId="{EFD0425C-16DF-4C4E-8DC1-1C2AF0657FF6}" type="presOf" srcId="{3060978D-E6E4-4C8A-BFBB-89174862B6EA}" destId="{2BB349F7-FC4A-4CE9-8B92-A13105641D53}" srcOrd="0" destOrd="0" presId="urn:microsoft.com/office/officeart/2005/8/layout/vList5"/>
    <dgm:cxn modelId="{05ED7451-3E37-41DF-B5DB-2A877ED8A012}" srcId="{B806614E-00F8-4379-8311-AD8D22AF91D7}" destId="{92357E16-FD6B-47C6-8DA7-B759BA4A9B32}" srcOrd="1" destOrd="0" parTransId="{DAB82D7A-8FB6-4C8E-8A19-412813E302D9}" sibTransId="{22298F10-309D-484B-B7A3-5B639BC7FBA0}"/>
    <dgm:cxn modelId="{26593D54-7274-454E-9B71-7F75B290DA83}" type="presOf" srcId="{92357E16-FD6B-47C6-8DA7-B759BA4A9B32}" destId="{91B427CB-2114-4857-9722-A8AE049557E8}" srcOrd="0" destOrd="0" presId="urn:microsoft.com/office/officeart/2005/8/layout/vList5"/>
    <dgm:cxn modelId="{6A346775-C078-4665-9DD7-6B2388026DA4}" srcId="{B806614E-00F8-4379-8311-AD8D22AF91D7}" destId="{75352BD6-6B9F-4B7D-84EC-D87A9270D480}" srcOrd="4" destOrd="0" parTransId="{7172F61E-CAA5-4DDA-AA7F-BEBDCBB1DF63}" sibTransId="{622EC1A6-CBAC-4E67-B2A6-6356913CDFA6}"/>
    <dgm:cxn modelId="{E6433088-465C-4040-B658-5C29927798A2}" type="presOf" srcId="{B806614E-00F8-4379-8311-AD8D22AF91D7}" destId="{95B59A19-C767-4250-84BD-93DEF84CA71C}" srcOrd="0" destOrd="0" presId="urn:microsoft.com/office/officeart/2005/8/layout/vList5"/>
    <dgm:cxn modelId="{A9374597-A601-46A4-8643-EDCB3412B170}" type="presOf" srcId="{F014B510-6B59-4DA2-826A-9776344222C5}" destId="{1B8E4253-9327-42F7-AAC0-724E9F68B2AD}" srcOrd="0" destOrd="0" presId="urn:microsoft.com/office/officeart/2005/8/layout/vList5"/>
    <dgm:cxn modelId="{BB0EC398-B7DA-4AB3-9021-21119343FDF9}" type="presOf" srcId="{75352BD6-6B9F-4B7D-84EC-D87A9270D480}" destId="{2D154AD0-1B12-4F49-8EAA-5DD9AA432F87}" srcOrd="0" destOrd="0" presId="urn:microsoft.com/office/officeart/2005/8/layout/vList5"/>
    <dgm:cxn modelId="{53C799A4-E53A-45CA-9BE0-46E64FBCE302}" type="presOf" srcId="{5C993046-78A3-4367-9085-885BB123B8DC}" destId="{3917D0E5-A3DC-42C9-A58C-7E5E86E5D001}" srcOrd="0" destOrd="0" presId="urn:microsoft.com/office/officeart/2005/8/layout/vList5"/>
    <dgm:cxn modelId="{CA5CC2A5-75E7-4706-97C0-CC1AF48ECDD8}" srcId="{B806614E-00F8-4379-8311-AD8D22AF91D7}" destId="{7EDC50D0-C8AD-4D82-89F7-A2E2D7D11A44}" srcOrd="2" destOrd="0" parTransId="{8832257C-D6CE-4D79-A95B-0763C0B390E1}" sibTransId="{610FA39E-043B-420E-B402-F4A9A1561C94}"/>
    <dgm:cxn modelId="{45F766B2-0AE9-4C61-A451-4FF64F7CF5B5}" type="presOf" srcId="{4F8DD7C3-DE3D-474E-8C98-8F230C026F82}" destId="{F0F83108-3F2F-44B8-B5A1-1120DE78C69D}" srcOrd="0" destOrd="0" presId="urn:microsoft.com/office/officeart/2005/8/layout/vList5"/>
    <dgm:cxn modelId="{8D3664B7-B4D9-472F-82C8-D96216770340}" srcId="{7B80558D-9AFC-4F66-A31F-BE3CD82CD96D}" destId="{F014B510-6B59-4DA2-826A-9776344222C5}" srcOrd="0" destOrd="0" parTransId="{BEA933A4-C3CC-4275-97C1-E81F3ED5A62F}" sibTransId="{29B10AA3-0516-481D-894A-46B174B78700}"/>
    <dgm:cxn modelId="{36F85BD3-B521-42D8-8664-59A08BADAAB5}" srcId="{B806614E-00F8-4379-8311-AD8D22AF91D7}" destId="{5C993046-78A3-4367-9085-885BB123B8DC}" srcOrd="0" destOrd="0" parTransId="{B893474A-3D84-4AC2-93B3-1FA871A04376}" sibTransId="{352F8971-8CBB-4CA7-8470-807C3E7A2D3F}"/>
    <dgm:cxn modelId="{584695DE-45A5-4DC9-9D82-58BACB103DD9}" srcId="{5C993046-78A3-4367-9085-885BB123B8DC}" destId="{3060978D-E6E4-4C8A-BFBB-89174862B6EA}" srcOrd="0" destOrd="0" parTransId="{8E4D383B-4EFC-4537-8A6A-FC8795B8111D}" sibTransId="{BB0A09DF-1B56-4502-A6B3-CFAF9115DD4E}"/>
    <dgm:cxn modelId="{24BDC7E3-64F7-4837-B806-EC469D3836D7}" srcId="{75352BD6-6B9F-4B7D-84EC-D87A9270D480}" destId="{A8337987-B336-4D36-AFEE-37FDCFD2E847}" srcOrd="0" destOrd="0" parTransId="{56843B17-82A0-490D-82BA-1602CE059F02}" sibTransId="{BB870757-5303-499B-8CC0-D2A60ECA9B7A}"/>
    <dgm:cxn modelId="{498734F3-14B8-49BB-BF0B-D5FB7BBA8DF4}" type="presOf" srcId="{9DEF58FC-5895-4182-A76E-BAFC8D1136AB}" destId="{F435D092-F836-409A-B37F-BD216FC738A6}" srcOrd="0" destOrd="0" presId="urn:microsoft.com/office/officeart/2005/8/layout/vList5"/>
    <dgm:cxn modelId="{19F74BFA-5694-4B26-AA70-AC6FBFF6145A}" srcId="{7EDC50D0-C8AD-4D82-89F7-A2E2D7D11A44}" destId="{9DEF58FC-5895-4182-A76E-BAFC8D1136AB}" srcOrd="0" destOrd="0" parTransId="{76DB8C68-5058-4EBE-8872-1A8054A93F42}" sibTransId="{4CCB0A33-4344-40BA-812C-B7D22479BE72}"/>
    <dgm:cxn modelId="{26EE5B85-B92E-4338-9DF6-AE841F61D4A8}" type="presParOf" srcId="{95B59A19-C767-4250-84BD-93DEF84CA71C}" destId="{D020D25B-3BA3-4C1D-961E-6BFEB7197154}" srcOrd="0" destOrd="0" presId="urn:microsoft.com/office/officeart/2005/8/layout/vList5"/>
    <dgm:cxn modelId="{F3926BA7-FF22-40BA-95BF-364520A47A72}" type="presParOf" srcId="{D020D25B-3BA3-4C1D-961E-6BFEB7197154}" destId="{3917D0E5-A3DC-42C9-A58C-7E5E86E5D001}" srcOrd="0" destOrd="0" presId="urn:microsoft.com/office/officeart/2005/8/layout/vList5"/>
    <dgm:cxn modelId="{5B30833A-A3E5-4DD4-9DE1-F3B62069D4A5}" type="presParOf" srcId="{D020D25B-3BA3-4C1D-961E-6BFEB7197154}" destId="{2BB349F7-FC4A-4CE9-8B92-A13105641D53}" srcOrd="1" destOrd="0" presId="urn:microsoft.com/office/officeart/2005/8/layout/vList5"/>
    <dgm:cxn modelId="{E3BB69FE-5744-4316-B47E-540AD15A625A}" type="presParOf" srcId="{95B59A19-C767-4250-84BD-93DEF84CA71C}" destId="{6F54588B-82C5-46C3-A036-A17E6132857F}" srcOrd="1" destOrd="0" presId="urn:microsoft.com/office/officeart/2005/8/layout/vList5"/>
    <dgm:cxn modelId="{92F03538-F110-4C74-ACC6-0850207E09AC}" type="presParOf" srcId="{95B59A19-C767-4250-84BD-93DEF84CA71C}" destId="{67EE4505-8C2F-4655-A07A-A3704EEF2FFE}" srcOrd="2" destOrd="0" presId="urn:microsoft.com/office/officeart/2005/8/layout/vList5"/>
    <dgm:cxn modelId="{9766A079-3E95-4CE0-B7BD-C8C9BE5B5D2B}" type="presParOf" srcId="{67EE4505-8C2F-4655-A07A-A3704EEF2FFE}" destId="{91B427CB-2114-4857-9722-A8AE049557E8}" srcOrd="0" destOrd="0" presId="urn:microsoft.com/office/officeart/2005/8/layout/vList5"/>
    <dgm:cxn modelId="{A8B9A098-CE4D-49F7-886A-A24FFD9E0C64}" type="presParOf" srcId="{67EE4505-8C2F-4655-A07A-A3704EEF2FFE}" destId="{F0F83108-3F2F-44B8-B5A1-1120DE78C69D}" srcOrd="1" destOrd="0" presId="urn:microsoft.com/office/officeart/2005/8/layout/vList5"/>
    <dgm:cxn modelId="{F96E84B2-5F64-4B32-AC2E-F3D38318AB41}" type="presParOf" srcId="{95B59A19-C767-4250-84BD-93DEF84CA71C}" destId="{EE91815F-8AE8-4AAF-A024-454C05C42BC8}" srcOrd="3" destOrd="0" presId="urn:microsoft.com/office/officeart/2005/8/layout/vList5"/>
    <dgm:cxn modelId="{75C836EA-AA32-48CC-AE9E-896A919CFFAF}" type="presParOf" srcId="{95B59A19-C767-4250-84BD-93DEF84CA71C}" destId="{D6DEB3A8-8859-4C5A-B169-16E176463D2C}" srcOrd="4" destOrd="0" presId="urn:microsoft.com/office/officeart/2005/8/layout/vList5"/>
    <dgm:cxn modelId="{5D47818E-8145-413B-A102-D04F00072122}" type="presParOf" srcId="{D6DEB3A8-8859-4C5A-B169-16E176463D2C}" destId="{871AAA30-DE24-4796-BAB8-1CF316820F79}" srcOrd="0" destOrd="0" presId="urn:microsoft.com/office/officeart/2005/8/layout/vList5"/>
    <dgm:cxn modelId="{A8753192-4B1B-4DF7-8D4A-47E4B11E6740}" type="presParOf" srcId="{D6DEB3A8-8859-4C5A-B169-16E176463D2C}" destId="{F435D092-F836-409A-B37F-BD216FC738A6}" srcOrd="1" destOrd="0" presId="urn:microsoft.com/office/officeart/2005/8/layout/vList5"/>
    <dgm:cxn modelId="{D7186670-76AF-4967-B963-957509A6372B}" type="presParOf" srcId="{95B59A19-C767-4250-84BD-93DEF84CA71C}" destId="{8E3B3CAC-5679-45CF-AAC9-297326752145}" srcOrd="5" destOrd="0" presId="urn:microsoft.com/office/officeart/2005/8/layout/vList5"/>
    <dgm:cxn modelId="{25F02257-A7A7-459B-903D-45B65B72E670}" type="presParOf" srcId="{95B59A19-C767-4250-84BD-93DEF84CA71C}" destId="{B9C37F4D-8014-4697-8C21-FAB13E6CF8B3}" srcOrd="6" destOrd="0" presId="urn:microsoft.com/office/officeart/2005/8/layout/vList5"/>
    <dgm:cxn modelId="{988EBB2D-9A5E-4D9D-940F-69AF6A91D35C}" type="presParOf" srcId="{B9C37F4D-8014-4697-8C21-FAB13E6CF8B3}" destId="{4A711130-70A9-4659-93B8-2ACC887DA977}" srcOrd="0" destOrd="0" presId="urn:microsoft.com/office/officeart/2005/8/layout/vList5"/>
    <dgm:cxn modelId="{ED9F44DD-C5FB-4018-8617-FA9FF5B20E58}" type="presParOf" srcId="{B9C37F4D-8014-4697-8C21-FAB13E6CF8B3}" destId="{1B8E4253-9327-42F7-AAC0-724E9F68B2AD}" srcOrd="1" destOrd="0" presId="urn:microsoft.com/office/officeart/2005/8/layout/vList5"/>
    <dgm:cxn modelId="{3A951345-4D09-4407-AD94-E7390C4E346E}" type="presParOf" srcId="{95B59A19-C767-4250-84BD-93DEF84CA71C}" destId="{6A714B64-1CD5-4E6F-9BD3-B8CE0339A114}" srcOrd="7" destOrd="0" presId="urn:microsoft.com/office/officeart/2005/8/layout/vList5"/>
    <dgm:cxn modelId="{86013697-0BA4-4981-885F-AEC56B733AF7}" type="presParOf" srcId="{95B59A19-C767-4250-84BD-93DEF84CA71C}" destId="{D2F7283D-6076-4FED-AB80-1814E4C47C7A}" srcOrd="8" destOrd="0" presId="urn:microsoft.com/office/officeart/2005/8/layout/vList5"/>
    <dgm:cxn modelId="{AACFEC44-F2F2-4C82-9D31-813D2605CA9C}" type="presParOf" srcId="{D2F7283D-6076-4FED-AB80-1814E4C47C7A}" destId="{2D154AD0-1B12-4F49-8EAA-5DD9AA432F87}" srcOrd="0" destOrd="0" presId="urn:microsoft.com/office/officeart/2005/8/layout/vList5"/>
    <dgm:cxn modelId="{B1E63AE4-061E-448E-A7B7-77D4279ACA2E}" type="presParOf" srcId="{D2F7283D-6076-4FED-AB80-1814E4C47C7A}" destId="{BCD41A00-152F-4661-BC56-582E53AFA725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B349F7-FC4A-4CE9-8B92-A13105641D53}">
      <dsp:nvSpPr>
        <dsp:cNvPr id="0" name=""/>
        <dsp:cNvSpPr/>
      </dsp:nvSpPr>
      <dsp:spPr>
        <a:xfrm rot="5400000">
          <a:off x="1976205" y="-686892"/>
          <a:ext cx="619226" cy="2151358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Add Patient: Registers new patient details. </a:t>
          </a:r>
        </a:p>
      </dsp:txBody>
      <dsp:txXfrm rot="-5400000">
        <a:off x="1210139" y="109402"/>
        <a:ext cx="2121130" cy="558770"/>
      </dsp:txXfrm>
    </dsp:sp>
    <dsp:sp modelId="{3917D0E5-A3DC-42C9-A58C-7E5E86E5D001}">
      <dsp:nvSpPr>
        <dsp:cNvPr id="0" name=""/>
        <dsp:cNvSpPr/>
      </dsp:nvSpPr>
      <dsp:spPr>
        <a:xfrm>
          <a:off x="0" y="1770"/>
          <a:ext cx="1210139" cy="774032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Add</a:t>
          </a:r>
        </a:p>
      </dsp:txBody>
      <dsp:txXfrm>
        <a:off x="37785" y="39555"/>
        <a:ext cx="1134569" cy="698462"/>
      </dsp:txXfrm>
    </dsp:sp>
    <dsp:sp modelId="{F0F83108-3F2F-44B8-B5A1-1120DE78C69D}">
      <dsp:nvSpPr>
        <dsp:cNvPr id="0" name=""/>
        <dsp:cNvSpPr/>
      </dsp:nvSpPr>
      <dsp:spPr>
        <a:xfrm rot="5400000">
          <a:off x="1976205" y="125842"/>
          <a:ext cx="619226" cy="2151358"/>
        </a:xfrm>
        <a:prstGeom prst="round2SameRect">
          <a:avLst/>
        </a:prstGeom>
        <a:solidFill>
          <a:schemeClr val="accent5">
            <a:tint val="40000"/>
            <a:alpha val="90000"/>
            <a:hueOff val="-4825286"/>
            <a:satOff val="5246"/>
            <a:lumOff val="319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4825286"/>
              <a:satOff val="5246"/>
              <a:lumOff val="31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Search Patient: Finds patient records using Patient ID. </a:t>
          </a:r>
        </a:p>
      </dsp:txBody>
      <dsp:txXfrm rot="-5400000">
        <a:off x="1210139" y="922136"/>
        <a:ext cx="2121130" cy="558770"/>
      </dsp:txXfrm>
    </dsp:sp>
    <dsp:sp modelId="{91B427CB-2114-4857-9722-A8AE049557E8}">
      <dsp:nvSpPr>
        <dsp:cNvPr id="0" name=""/>
        <dsp:cNvSpPr/>
      </dsp:nvSpPr>
      <dsp:spPr>
        <a:xfrm>
          <a:off x="0" y="814504"/>
          <a:ext cx="1210139" cy="774032"/>
        </a:xfrm>
        <a:prstGeom prst="roundRect">
          <a:avLst/>
        </a:prstGeom>
        <a:solidFill>
          <a:schemeClr val="accent5">
            <a:hueOff val="-4607364"/>
            <a:satOff val="5156"/>
            <a:lumOff val="29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Search</a:t>
          </a:r>
        </a:p>
      </dsp:txBody>
      <dsp:txXfrm>
        <a:off x="37785" y="852289"/>
        <a:ext cx="1134569" cy="698462"/>
      </dsp:txXfrm>
    </dsp:sp>
    <dsp:sp modelId="{F435D092-F836-409A-B37F-BD216FC738A6}">
      <dsp:nvSpPr>
        <dsp:cNvPr id="0" name=""/>
        <dsp:cNvSpPr/>
      </dsp:nvSpPr>
      <dsp:spPr>
        <a:xfrm rot="5400000">
          <a:off x="1976205" y="938576"/>
          <a:ext cx="619226" cy="2151358"/>
        </a:xfrm>
        <a:prstGeom prst="round2SameRect">
          <a:avLst/>
        </a:prstGeom>
        <a:solidFill>
          <a:schemeClr val="accent5">
            <a:tint val="40000"/>
            <a:alpha val="90000"/>
            <a:hueOff val="-9650572"/>
            <a:satOff val="10493"/>
            <a:lumOff val="637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9650572"/>
              <a:satOff val="10493"/>
              <a:lumOff val="63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Update Patient: Modifies existing patient information. </a:t>
          </a:r>
        </a:p>
      </dsp:txBody>
      <dsp:txXfrm rot="-5400000">
        <a:off x="1210139" y="1734870"/>
        <a:ext cx="2121130" cy="558770"/>
      </dsp:txXfrm>
    </dsp:sp>
    <dsp:sp modelId="{871AAA30-DE24-4796-BAB8-1CF316820F79}">
      <dsp:nvSpPr>
        <dsp:cNvPr id="0" name=""/>
        <dsp:cNvSpPr/>
      </dsp:nvSpPr>
      <dsp:spPr>
        <a:xfrm>
          <a:off x="0" y="1627239"/>
          <a:ext cx="1210139" cy="774032"/>
        </a:xfrm>
        <a:prstGeom prst="roundRect">
          <a:avLst/>
        </a:prstGeom>
        <a:solidFill>
          <a:schemeClr val="accent5">
            <a:hueOff val="-9214729"/>
            <a:satOff val="10313"/>
            <a:lumOff val="58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Update</a:t>
          </a:r>
        </a:p>
      </dsp:txBody>
      <dsp:txXfrm>
        <a:off x="37785" y="1665024"/>
        <a:ext cx="1134569" cy="698462"/>
      </dsp:txXfrm>
    </dsp:sp>
    <dsp:sp modelId="{1B8E4253-9327-42F7-AAC0-724E9F68B2AD}">
      <dsp:nvSpPr>
        <dsp:cNvPr id="0" name=""/>
        <dsp:cNvSpPr/>
      </dsp:nvSpPr>
      <dsp:spPr>
        <a:xfrm rot="5400000">
          <a:off x="1976205" y="1751311"/>
          <a:ext cx="619226" cy="2151358"/>
        </a:xfrm>
        <a:prstGeom prst="round2SameRect">
          <a:avLst/>
        </a:prstGeom>
        <a:solidFill>
          <a:schemeClr val="accent5">
            <a:tint val="40000"/>
            <a:alpha val="90000"/>
            <a:hueOff val="-14475858"/>
            <a:satOff val="15739"/>
            <a:lumOff val="956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14475858"/>
              <a:satOff val="15739"/>
              <a:lumOff val="95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Treat Next Patient: Selects the highest-priority waiting patient. </a:t>
          </a:r>
        </a:p>
      </dsp:txBody>
      <dsp:txXfrm rot="-5400000">
        <a:off x="1210139" y="2547605"/>
        <a:ext cx="2121130" cy="558770"/>
      </dsp:txXfrm>
    </dsp:sp>
    <dsp:sp modelId="{4A711130-70A9-4659-93B8-2ACC887DA977}">
      <dsp:nvSpPr>
        <dsp:cNvPr id="0" name=""/>
        <dsp:cNvSpPr/>
      </dsp:nvSpPr>
      <dsp:spPr>
        <a:xfrm>
          <a:off x="0" y="2439974"/>
          <a:ext cx="1210139" cy="774032"/>
        </a:xfrm>
        <a:prstGeom prst="roundRect">
          <a:avLst/>
        </a:prstGeom>
        <a:solidFill>
          <a:schemeClr val="accent5">
            <a:hueOff val="-13822094"/>
            <a:satOff val="15469"/>
            <a:lumOff val="88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Treat</a:t>
          </a:r>
        </a:p>
      </dsp:txBody>
      <dsp:txXfrm>
        <a:off x="37785" y="2477759"/>
        <a:ext cx="1134569" cy="698462"/>
      </dsp:txXfrm>
    </dsp:sp>
    <dsp:sp modelId="{BCD41A00-152F-4661-BC56-582E53AFA725}">
      <dsp:nvSpPr>
        <dsp:cNvPr id="0" name=""/>
        <dsp:cNvSpPr/>
      </dsp:nvSpPr>
      <dsp:spPr>
        <a:xfrm rot="5400000">
          <a:off x="1976205" y="2564045"/>
          <a:ext cx="619226" cy="2151358"/>
        </a:xfrm>
        <a:prstGeom prst="round2SameRect">
          <a:avLst/>
        </a:prstGeom>
        <a:solidFill>
          <a:schemeClr val="accent5">
            <a:tint val="40000"/>
            <a:alpha val="90000"/>
            <a:hueOff val="-19301144"/>
            <a:satOff val="20985"/>
            <a:lumOff val="1274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19301144"/>
              <a:satOff val="20985"/>
              <a:lumOff val="127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Complete Treatment: Updates patient status after treatment.</a:t>
          </a:r>
        </a:p>
      </dsp:txBody>
      <dsp:txXfrm rot="-5400000">
        <a:off x="1210139" y="3360339"/>
        <a:ext cx="2121130" cy="558770"/>
      </dsp:txXfrm>
    </dsp:sp>
    <dsp:sp modelId="{2D154AD0-1B12-4F49-8EAA-5DD9AA432F87}">
      <dsp:nvSpPr>
        <dsp:cNvPr id="0" name=""/>
        <dsp:cNvSpPr/>
      </dsp:nvSpPr>
      <dsp:spPr>
        <a:xfrm>
          <a:off x="0" y="3252708"/>
          <a:ext cx="1210139" cy="774032"/>
        </a:xfrm>
        <a:prstGeom prst="roundRect">
          <a:avLst/>
        </a:prstGeom>
        <a:solidFill>
          <a:schemeClr val="accent5">
            <a:hueOff val="-18429457"/>
            <a:satOff val="20625"/>
            <a:lumOff val="117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Complete</a:t>
          </a:r>
        </a:p>
      </dsp:txBody>
      <dsp:txXfrm>
        <a:off x="37785" y="3290493"/>
        <a:ext cx="1134569" cy="6984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FE0C4-1985-44C4-8F87-7C53F2CC153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9F4C5-7444-4D0A-A08F-40DF83884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0901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FE0C4-1985-44C4-8F87-7C53F2CC153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9F4C5-7444-4D0A-A08F-40DF83884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132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FE0C4-1985-44C4-8F87-7C53F2CC153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9F4C5-7444-4D0A-A08F-40DF83884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3256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FE0C4-1985-44C4-8F87-7C53F2CC153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9F4C5-7444-4D0A-A08F-40DF83884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9644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FE0C4-1985-44C4-8F87-7C53F2CC153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9F4C5-7444-4D0A-A08F-40DF83884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0226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FE0C4-1985-44C4-8F87-7C53F2CC153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9F4C5-7444-4D0A-A08F-40DF83884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0258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FE0C4-1985-44C4-8F87-7C53F2CC153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9F4C5-7444-4D0A-A08F-40DF83884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893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FE0C4-1985-44C4-8F87-7C53F2CC153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9F4C5-7444-4D0A-A08F-40DF83884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8864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FE0C4-1985-44C4-8F87-7C53F2CC153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9F4C5-7444-4D0A-A08F-40DF83884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450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FE0C4-1985-44C4-8F87-7C53F2CC153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9F4C5-7444-4D0A-A08F-40DF83884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907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FE0C4-1985-44C4-8F87-7C53F2CC153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9F4C5-7444-4D0A-A08F-40DF83884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6441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FE0C4-1985-44C4-8F87-7C53F2CC153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9F4C5-7444-4D0A-A08F-40DF838843C3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869372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FE0C4-1985-44C4-8F87-7C53F2CC153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9F4C5-7444-4D0A-A08F-40DF83884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82434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FE0C4-1985-44C4-8F87-7C53F2CC153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9F4C5-7444-4D0A-A08F-40DF83884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63192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FE0C4-1985-44C4-8F87-7C53F2CC153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9F4C5-7444-4D0A-A08F-40DF83884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94720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FE0C4-1985-44C4-8F87-7C53F2CC153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9F4C5-7444-4D0A-A08F-40DF83884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72538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FE0C4-1985-44C4-8F87-7C53F2CC153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9F4C5-7444-4D0A-A08F-40DF83884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2434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AFE0C4-1985-44C4-8F87-7C53F2CC153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9F4C5-7444-4D0A-A08F-40DF83884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11685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  <p:sldLayoutId id="2147483778" r:id="rId16"/>
    <p:sldLayoutId id="214748377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BC052280-388E-4151-A1EB-5236D4FCCA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922455-36A4-1A8E-60A0-1F81D01DED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3796" y="927100"/>
            <a:ext cx="3418766" cy="46164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00"/>
              <a:t>Hospital Emergency Queue </a:t>
            </a:r>
            <a:br>
              <a:rPr lang="en-US" sz="3100"/>
            </a:br>
            <a:r>
              <a:rPr lang="en-US" sz="3100"/>
              <a:t>Management using</a:t>
            </a:r>
            <a:br>
              <a:rPr lang="en-US" sz="3100"/>
            </a:br>
            <a:r>
              <a:rPr lang="en-US" sz="3100"/>
              <a:t> Priority Queue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44251C3-E720-4363-8AF0-20AD319374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301359"/>
            <a:ext cx="0" cy="191135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9837DA40-EEF9-D115-F4FF-746A6F6546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76029" y="971549"/>
            <a:ext cx="6291528" cy="46164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b="1"/>
              <a:t>Mini Project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b="1"/>
              <a:t>Presented By:</a:t>
            </a:r>
            <a:br>
              <a:rPr lang="en-US"/>
            </a:br>
            <a:r>
              <a:rPr lang="en-US"/>
              <a:t>D.Manoj Kumar Reddy</a:t>
            </a:r>
            <a:br>
              <a:rPr lang="en-US"/>
            </a:br>
            <a:r>
              <a:rPr lang="en-US"/>
              <a:t>B.Tech (Artificial Intelligence &amp; Machine Learning)</a:t>
            </a:r>
            <a:br>
              <a:rPr lang="en-US"/>
            </a:br>
            <a:r>
              <a:rPr lang="en-US"/>
              <a:t>Annamacharya Institute of Technology and Sciences, Tirupati</a:t>
            </a:r>
          </a:p>
        </p:txBody>
      </p:sp>
    </p:spTree>
    <p:extLst>
      <p:ext uri="{BB962C8B-B14F-4D97-AF65-F5344CB8AC3E}">
        <p14:creationId xmlns:p14="http://schemas.microsoft.com/office/powerpoint/2010/main" val="3476636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78E9C5-9123-FEA8-EAB2-561FBA177C12}"/>
              </a:ext>
            </a:extLst>
          </p:cNvPr>
          <p:cNvSpPr txBox="1"/>
          <p:nvPr/>
        </p:nvSpPr>
        <p:spPr>
          <a:xfrm>
            <a:off x="1003853" y="1028343"/>
            <a:ext cx="9660834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sz="2400" b="1" dirty="0">
                <a:solidFill>
                  <a:schemeClr val="accent2"/>
                </a:solidFill>
              </a:rPr>
              <a:t>Introduction</a:t>
            </a:r>
          </a:p>
          <a:p>
            <a:pPr algn="just">
              <a:buNone/>
            </a:pPr>
            <a:endParaRPr lang="en-IN" sz="800" b="1" dirty="0">
              <a:solidFill>
                <a:schemeClr val="accent2"/>
              </a:solidFill>
            </a:endParaRPr>
          </a:p>
          <a:p>
            <a:pPr algn="just">
              <a:buNone/>
            </a:pPr>
            <a:r>
              <a:rPr lang="en-IN" sz="2000" dirty="0"/>
              <a:t>The </a:t>
            </a:r>
            <a:r>
              <a:rPr lang="en-US" sz="2000" dirty="0"/>
              <a:t>Hospital Emergency Queue Management using Priority Queue </a:t>
            </a:r>
            <a:r>
              <a:rPr lang="en-IN" sz="2000" dirty="0"/>
              <a:t>is a software application developed to manage emergency patients efficiently. The system prioritizes patients based on the severity of their condition and helps hospitals provide faster treatment to critical cases.</a:t>
            </a:r>
            <a:endParaRPr lang="en-IN" sz="800" dirty="0"/>
          </a:p>
          <a:p>
            <a:pPr algn="just">
              <a:buNone/>
            </a:pPr>
            <a:endParaRPr lang="en-IN" sz="800" dirty="0"/>
          </a:p>
          <a:p>
            <a:pPr algn="just">
              <a:buNone/>
            </a:pPr>
            <a:r>
              <a:rPr lang="en-IN" sz="2400" b="1" dirty="0">
                <a:solidFill>
                  <a:schemeClr val="accent2"/>
                </a:solidFill>
              </a:rPr>
              <a:t>Problem Statement</a:t>
            </a:r>
          </a:p>
          <a:p>
            <a:pPr algn="just">
              <a:buNone/>
            </a:pPr>
            <a:endParaRPr lang="en-IN" sz="800" b="1" dirty="0">
              <a:solidFill>
                <a:schemeClr val="accent2"/>
              </a:solidFill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000" dirty="0"/>
              <a:t>Manual queue management is time-consuming.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000" dirty="0"/>
              <a:t>Critical patients may experience treatment delays.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000" dirty="0"/>
              <a:t>Managing patient records manually can lead to errors.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000" dirty="0"/>
              <a:t>Hospitals require an organized and automated emergency management system.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IN" sz="800" dirty="0"/>
          </a:p>
          <a:p>
            <a:pPr algn="just">
              <a:buNone/>
            </a:pPr>
            <a:r>
              <a:rPr lang="en-IN" sz="2400" b="1" dirty="0">
                <a:solidFill>
                  <a:schemeClr val="accent2"/>
                </a:solidFill>
              </a:rPr>
              <a:t>Objectives</a:t>
            </a:r>
          </a:p>
          <a:p>
            <a:pPr algn="just">
              <a:buNone/>
            </a:pPr>
            <a:endParaRPr lang="en-IN" sz="800" b="1" dirty="0">
              <a:solidFill>
                <a:schemeClr val="accent2"/>
              </a:solidFill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000" dirty="0"/>
              <a:t>Prioritize patients based on severity levels.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000" dirty="0"/>
              <a:t>Reduce waiting time for critical patients.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000" dirty="0"/>
              <a:t>Maintain patient records digitally.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000" dirty="0"/>
              <a:t>Improve hospital workflow and efficiency. </a:t>
            </a:r>
          </a:p>
        </p:txBody>
      </p:sp>
    </p:spTree>
    <p:extLst>
      <p:ext uri="{BB962C8B-B14F-4D97-AF65-F5344CB8AC3E}">
        <p14:creationId xmlns:p14="http://schemas.microsoft.com/office/powerpoint/2010/main" val="870492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B05945-5884-F6A8-A448-C0B944EE3BF5}"/>
              </a:ext>
            </a:extLst>
          </p:cNvPr>
          <p:cNvSpPr txBox="1"/>
          <p:nvPr/>
        </p:nvSpPr>
        <p:spPr>
          <a:xfrm>
            <a:off x="902804" y="649359"/>
            <a:ext cx="10386391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Patient Registration</a:t>
            </a:r>
          </a:p>
          <a:p>
            <a:endParaRPr lang="en-IN" sz="800" b="1" dirty="0"/>
          </a:p>
          <a:p>
            <a:r>
              <a:rPr lang="en-IN" sz="2000" dirty="0"/>
              <a:t>The system allows hospital staff to enter patient details and automatically generates a unique Patient ID for each patient.</a:t>
            </a:r>
          </a:p>
          <a:p>
            <a:endParaRPr lang="en-IN" sz="800" dirty="0"/>
          </a:p>
          <a:p>
            <a:r>
              <a:rPr lang="en-IN" sz="2400" b="1" dirty="0">
                <a:solidFill>
                  <a:schemeClr val="accent2"/>
                </a:solidFill>
              </a:rPr>
              <a:t>Priority-Based Queue Management</a:t>
            </a:r>
          </a:p>
          <a:p>
            <a:endParaRPr lang="en-IN" sz="800" b="1" dirty="0"/>
          </a:p>
          <a:p>
            <a:r>
              <a:rPr lang="en-IN" sz="2000" dirty="0"/>
              <a:t>Patients are categorized as Critical, Serious, or Normal, ensuring that emergency cases receive treatment first.</a:t>
            </a:r>
          </a:p>
          <a:p>
            <a:endParaRPr lang="en-IN" sz="800" dirty="0"/>
          </a:p>
          <a:p>
            <a:r>
              <a:rPr lang="en-IN" sz="2400" b="1" dirty="0">
                <a:solidFill>
                  <a:schemeClr val="accent2"/>
                </a:solidFill>
              </a:rPr>
              <a:t>Record Management</a:t>
            </a:r>
          </a:p>
          <a:p>
            <a:endParaRPr lang="en-IN" sz="800" b="1" dirty="0"/>
          </a:p>
          <a:p>
            <a:r>
              <a:rPr lang="en-IN" sz="2000" dirty="0"/>
              <a:t>Patient records can be searched, updated, and deleted easily, helping maintain accurate and organized information.</a:t>
            </a:r>
          </a:p>
          <a:p>
            <a:endParaRPr lang="en-IN" sz="800" dirty="0"/>
          </a:p>
          <a:p>
            <a:r>
              <a:rPr lang="en-IN" sz="2400" b="1" dirty="0">
                <a:solidFill>
                  <a:schemeClr val="accent2"/>
                </a:solidFill>
              </a:rPr>
              <a:t>Treatment Tracking</a:t>
            </a:r>
          </a:p>
          <a:p>
            <a:endParaRPr lang="en-IN" sz="800" b="1" dirty="0"/>
          </a:p>
          <a:p>
            <a:r>
              <a:rPr lang="en-IN" sz="2000" dirty="0"/>
              <a:t>The system tracks patient status throughout the treatment process, from waiting to completion.</a:t>
            </a:r>
          </a:p>
          <a:p>
            <a:endParaRPr lang="en-IN" sz="800" dirty="0"/>
          </a:p>
          <a:p>
            <a:r>
              <a:rPr lang="en-IN" sz="2400" b="1" dirty="0">
                <a:solidFill>
                  <a:schemeClr val="accent2"/>
                </a:solidFill>
              </a:rPr>
              <a:t>Database Management</a:t>
            </a:r>
          </a:p>
          <a:p>
            <a:endParaRPr lang="en-IN" sz="800" b="1" dirty="0"/>
          </a:p>
          <a:p>
            <a:r>
              <a:rPr lang="en-IN" sz="2000" dirty="0"/>
              <a:t>All patient information is stored securely in the SQLite database, enabling efficient storage and retrieval of records.</a:t>
            </a:r>
          </a:p>
        </p:txBody>
      </p:sp>
    </p:spTree>
    <p:extLst>
      <p:ext uri="{BB962C8B-B14F-4D97-AF65-F5344CB8AC3E}">
        <p14:creationId xmlns:p14="http://schemas.microsoft.com/office/powerpoint/2010/main" val="1904462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973BB1-2718-00C9-65A6-9C0EDBE31352}"/>
              </a:ext>
            </a:extLst>
          </p:cNvPr>
          <p:cNvSpPr txBox="1"/>
          <p:nvPr/>
        </p:nvSpPr>
        <p:spPr>
          <a:xfrm>
            <a:off x="1888435" y="1305342"/>
            <a:ext cx="7921487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System Workflow</a:t>
            </a:r>
          </a:p>
          <a:p>
            <a:endParaRPr lang="en-IN" sz="800" b="1" dirty="0">
              <a:solidFill>
                <a:schemeClr val="accent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Patient arrives at the hospital emergency department.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Receptionist enters patient details into the system.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A unique Patient ID is generated automatically.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Priority level is assigned as Critical, Serious, or Normal.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Patient information is stored in the SQLite database.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The system arranges patients based on priority and arrival time.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Doctors call the next patient according to queue priority.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Patient status is updated to "In Treatment".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After treatment, the status is changed to "Completed".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All records are maintained for future reference.</a:t>
            </a:r>
          </a:p>
        </p:txBody>
      </p:sp>
    </p:spTree>
    <p:extLst>
      <p:ext uri="{BB962C8B-B14F-4D97-AF65-F5344CB8AC3E}">
        <p14:creationId xmlns:p14="http://schemas.microsoft.com/office/powerpoint/2010/main" val="3980364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CAF9E-2417-01C7-A4CE-CF8C62F8D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7"/>
            <a:ext cx="3361498" cy="126781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2400"/>
              <a:t>Main Functions &amp; Output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1007713-5891-46A9-BACA-FAD760FE2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8793" y="733425"/>
            <a:ext cx="6696075" cy="5391150"/>
          </a:xfrm>
          <a:prstGeom prst="rect">
            <a:avLst/>
          </a:prstGeom>
          <a:solidFill>
            <a:schemeClr val="bg2">
              <a:lumMod val="75000"/>
            </a:schemeClr>
          </a:solidFill>
          <a:ln w="190500" cap="sq">
            <a:solidFill>
              <a:schemeClr val="bg2">
                <a:lumMod val="75000"/>
              </a:schemeClr>
            </a:solidFill>
            <a:miter lim="800000"/>
          </a:ln>
          <a:effectLst>
            <a:outerShdw blurRad="54991" dist="17780" dir="5400000" algn="ctr" rotWithShape="0">
              <a:schemeClr val="bg1">
                <a:alpha val="40000"/>
              </a:scheme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4BB6AA7-7EAD-4D3B-9335-B6E8BD7E6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3972" y="799817"/>
            <a:ext cx="6565717" cy="5258367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Text Placeholder 3">
            <a:extLst>
              <a:ext uri="{FF2B5EF4-FFF2-40B4-BE49-F238E27FC236}">
                <a16:creationId xmlns:a16="http://schemas.microsoft.com/office/drawing/2014/main" id="{F2048937-5F38-BAD7-54D5-8F85DCDB5F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56628467"/>
              </p:ext>
            </p:extLst>
          </p:nvPr>
        </p:nvGraphicFramePr>
        <p:xfrm>
          <a:off x="643467" y="2096063"/>
          <a:ext cx="3361498" cy="40285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E8F856C3-009A-A7F6-22CF-2C2399D30D9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41" r="32241"/>
          <a:stretch>
            <a:fillRect/>
          </a:stretch>
        </p:blipFill>
        <p:spPr>
          <a:xfrm>
            <a:off x="4899371" y="987481"/>
            <a:ext cx="6414917" cy="4883038"/>
          </a:xfrm>
          <a:prstGeom prst="rect">
            <a:avLst/>
          </a:prstGeo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785711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593F374-EF65-1C36-D9F8-F61418626814}"/>
              </a:ext>
            </a:extLst>
          </p:cNvPr>
          <p:cNvSpPr txBox="1"/>
          <p:nvPr/>
        </p:nvSpPr>
        <p:spPr>
          <a:xfrm>
            <a:off x="1097280" y="493604"/>
            <a:ext cx="9348746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chemeClr val="tx2"/>
                </a:solidFill>
              </a:rPr>
              <a:t>Advantages</a:t>
            </a:r>
          </a:p>
          <a:p>
            <a:pPr>
              <a:buNone/>
            </a:pPr>
            <a:endParaRPr lang="en-IN" sz="8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Reduces patient waiting time.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Prioritizes critical patients for immediate treatment.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Maintains accurate patient records.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Improves hospital workflow and efficiency.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Minimizes manual errors in queue management. 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800" dirty="0"/>
          </a:p>
          <a:p>
            <a:pPr>
              <a:buNone/>
            </a:pPr>
            <a:r>
              <a:rPr lang="en-IN" sz="2400" b="1" dirty="0">
                <a:solidFill>
                  <a:schemeClr val="tx2"/>
                </a:solidFill>
              </a:rPr>
              <a:t>Future Scope</a:t>
            </a:r>
          </a:p>
          <a:p>
            <a:pPr>
              <a:buNone/>
            </a:pPr>
            <a:endParaRPr lang="en-IN" sz="8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Online appointment booking system.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SMS or email notifications for patients.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Cloud-based database integration.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AI-based prediction of patient severity.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Mobile application support. 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800" dirty="0"/>
          </a:p>
          <a:p>
            <a:pPr>
              <a:buNone/>
            </a:pPr>
            <a:r>
              <a:rPr lang="en-IN" sz="2400" b="1" dirty="0">
                <a:solidFill>
                  <a:schemeClr val="tx2"/>
                </a:solidFill>
              </a:rPr>
              <a:t>Conclusion</a:t>
            </a:r>
          </a:p>
          <a:p>
            <a:pPr>
              <a:buNone/>
            </a:pPr>
            <a:endParaRPr lang="en-IN" sz="800" b="1" dirty="0">
              <a:solidFill>
                <a:schemeClr val="tx2"/>
              </a:solidFill>
            </a:endParaRPr>
          </a:p>
          <a:p>
            <a:pPr>
              <a:buNone/>
            </a:pPr>
            <a:r>
              <a:rPr lang="en-IN" sz="2000" dirty="0"/>
              <a:t>The Hospital Emergency Queue Management System helps hospitals manage emergency patients efficiently through priority-based queue management. The system reduces waiting time, maintains patient records digitally, and ensures timely treatment for critical patients, thereby improving overall hospital efficiency and patient care.</a:t>
            </a:r>
          </a:p>
        </p:txBody>
      </p:sp>
    </p:spTree>
    <p:extLst>
      <p:ext uri="{BB962C8B-B14F-4D97-AF65-F5344CB8AC3E}">
        <p14:creationId xmlns:p14="http://schemas.microsoft.com/office/powerpoint/2010/main" val="278477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erial view of a highway near the ocean">
            <a:extLst>
              <a:ext uri="{FF2B5EF4-FFF2-40B4-BE49-F238E27FC236}">
                <a16:creationId xmlns:a16="http://schemas.microsoft.com/office/drawing/2014/main" id="{176F61AB-49EC-6C41-2596-0EC0225E1D1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grayscl/>
          </a:blip>
          <a:srcRect t="6247" b="1875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FC23C8D4-BD3D-4473-B3D0-89011586B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2000">
                <a:schemeClr val="bg2">
                  <a:lumMod val="75000"/>
                  <a:alpha val="5000"/>
                </a:schemeClr>
              </a:gs>
              <a:gs pos="100000">
                <a:schemeClr val="bg2">
                  <a:lumMod val="40000"/>
                </a:schemeClr>
              </a:gs>
            </a:gsLst>
            <a:path path="circle">
              <a:fillToRect l="50000" t="5000" r="50000" b="95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FAAF48-4DA0-CC7A-3752-DF1189D10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269" y="1122363"/>
            <a:ext cx="9001462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92213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89</TotalTime>
  <Words>502</Words>
  <Application>Microsoft Office PowerPoint</Application>
  <PresentationFormat>Widescreen</PresentationFormat>
  <Paragraphs>82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Bookman Old Style</vt:lpstr>
      <vt:lpstr>Calibri</vt:lpstr>
      <vt:lpstr>Rockwell</vt:lpstr>
      <vt:lpstr>Damask</vt:lpstr>
      <vt:lpstr>Hospital Emergency Queue  Management using  Priority Queue</vt:lpstr>
      <vt:lpstr>PowerPoint Presentation</vt:lpstr>
      <vt:lpstr>PowerPoint Presentation</vt:lpstr>
      <vt:lpstr>PowerPoint Presentation</vt:lpstr>
      <vt:lpstr>Main Functions &amp; Output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 DURGA PRASAD</dc:creator>
  <cp:lastModifiedBy>manoj kumar reddy</cp:lastModifiedBy>
  <cp:revision>1</cp:revision>
  <dcterms:created xsi:type="dcterms:W3CDTF">2026-06-22T11:52:18Z</dcterms:created>
  <dcterms:modified xsi:type="dcterms:W3CDTF">2026-06-25T07:29:32Z</dcterms:modified>
</cp:coreProperties>
</file>